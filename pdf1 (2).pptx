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5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ASG visualizer Tutorial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the Alert Summary Graph alongside Kibana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Picture: What Is the ASG visualizer?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i="1"/>
            </a:pPr>
            <a:r>
              <a:t>Goal: Use Kibana + ASG visualizer together to understand an incident.</a:t>
            </a:r>
          </a:p>
          <a:p>
            <a:pPr>
              <a:defRPr sz="1800"/>
            </a:pPr>
            <a:r>
              <a:t>Companion tool to Kibana's Security → Alerts view.</a:t>
            </a:r>
          </a:p>
          <a:p>
            <a:pPr>
              <a:defRPr sz="1800"/>
            </a:pPr>
            <a:r>
              <a:t>Shows alerts and related activity as a map of icons and lines.</a:t>
            </a:r>
          </a:p>
          <a:p>
            <a:pPr>
              <a:defRPr sz="1800"/>
            </a:pPr>
            <a:r>
              <a:t>Each icon = object on the host (alert, host, process, file, network).</a:t>
            </a:r>
          </a:p>
          <a:p>
            <a:pPr>
              <a:defRPr sz="1800"/>
            </a:pPr>
            <a:r>
              <a:t>Each line = relationship (e.g., process connects to IP, reads file).</a:t>
            </a:r>
          </a:p>
          <a:p>
            <a:pPr>
              <a:defRPr sz="1800"/>
            </a:pPr>
            <a:r>
              <a:t>[Screenshot 1: Kibana Alerts page with one alert highlighted]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Workflow: From Kibana to ASG visualizer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 Kibana, go to Security → Alerts.</a:t>
            </a:r>
          </a:p>
          <a:p>
            <a:pPr>
              <a:defRPr sz="1800"/>
            </a:pPr>
            <a:r>
              <a:t>Pick the alert specified in the exercise and note rule, host, and time.</a:t>
            </a:r>
          </a:p>
          <a:p>
            <a:pPr>
              <a:defRPr sz="1800"/>
            </a:pPr>
            <a:r>
              <a:t>Open the ASG visualizer URL in a new browser tab.</a:t>
            </a:r>
          </a:p>
          <a:p>
            <a:pPr>
              <a:defRPr sz="1800"/>
            </a:pPr>
            <a:r>
              <a:t>Locate the alert hexagon whose label matches the rule name.</a:t>
            </a:r>
          </a:p>
          <a:p>
            <a:pPr>
              <a:defRPr sz="1800"/>
            </a:pPr>
            <a:r>
              <a:t>[Screenshot 2: ASG visualizer landing view]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ASG visualizer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Left: Graph canvas (interactive map of icons and lines).</a:t>
            </a:r>
          </a:p>
          <a:p>
            <a:pPr>
              <a:defRPr sz="1800"/>
            </a:pPr>
            <a:r>
              <a:t>Top: Filters for node types + time window.</a:t>
            </a:r>
          </a:p>
          <a:p>
            <a:pPr>
              <a:defRPr sz="1800"/>
            </a:pPr>
            <a:r>
              <a:t>Right: Details panel and Legend (explains shapes and colors).</a:t>
            </a:r>
          </a:p>
          <a:p>
            <a:pPr>
              <a:defRPr sz="1800"/>
            </a:pPr>
            <a:r>
              <a:t>Header: Light/dark mode toggle.</a:t>
            </a:r>
          </a:p>
          <a:p>
            <a:pPr>
              <a:defRPr sz="1800"/>
            </a:pPr>
            <a:r>
              <a:t>[Screenshot 3: Full ASG visualizer UI with key regions labeled]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Shapes and Colors: Reading the Legend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Hexagon = Alert group (group of similar alerts).</a:t>
            </a:r>
          </a:p>
          <a:p>
            <a:pPr>
              <a:defRPr sz="1800"/>
            </a:pPr>
            <a:r>
              <a:t>Pentagon = Host (machine where alert fired).</a:t>
            </a:r>
          </a:p>
          <a:p>
            <a:pPr>
              <a:defRPr sz="1800"/>
            </a:pPr>
            <a:r>
              <a:t>Square/Rectangle = Process (program, e.g. /usr/bin/ssh).</a:t>
            </a:r>
          </a:p>
          <a:p>
            <a:pPr>
              <a:defRPr sz="1800"/>
            </a:pPr>
            <a:r>
              <a:t>Ellipse = File; Diamond = Network endpoint (IP:port).</a:t>
            </a:r>
          </a:p>
          <a:p>
            <a:pPr>
              <a:defRPr sz="1800"/>
            </a:pPr>
            <a:r>
              <a:t>Rounded rectangle = Before/After summary node.</a:t>
            </a:r>
          </a:p>
          <a:p>
            <a:pPr>
              <a:defRPr sz="1800"/>
            </a:pPr>
            <a:r>
              <a:t>Alert colors reflect severity (yellow/orange/red/purple).</a:t>
            </a:r>
          </a:p>
          <a:p>
            <a:pPr>
              <a:defRPr sz="1800"/>
            </a:pPr>
            <a:r>
              <a:t>[Screenshot 4: Legend panel zoomed in]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Navigation: Pan, Zoom, Hover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Pan: Click and drag the background to move the view.</a:t>
            </a:r>
          </a:p>
          <a:p>
            <a:pPr>
              <a:defRPr sz="1800"/>
            </a:pPr>
            <a:r>
              <a:t>Zoom: Use mouse wheel or trackpad to zoom in/out.</a:t>
            </a:r>
          </a:p>
          <a:p>
            <a:pPr>
              <a:defRPr sz="1800"/>
            </a:pPr>
            <a:r>
              <a:t>Hover over an icon to see a tooltip with key info.</a:t>
            </a:r>
          </a:p>
          <a:p>
            <a:pPr>
              <a:defRPr sz="1800"/>
            </a:pPr>
            <a:r>
              <a:t>Hover over an alert node: rule, host, alert count, time range, sample reasons.</a:t>
            </a:r>
          </a:p>
          <a:p>
            <a:pPr>
              <a:defRPr sz="1800"/>
            </a:pPr>
            <a:r>
              <a:t>Hover over a process/file/network node: see details specific to that object.</a:t>
            </a:r>
          </a:p>
          <a:p>
            <a:pPr>
              <a:defRPr sz="1800"/>
            </a:pPr>
            <a:r>
              <a:t>[Screenshot 5: Cursor hovering over an alert node tooltip]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Filters and Time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Filter node types using checkboxes: Alerts, Processes, Files, Network, Summary.</a:t>
            </a:r>
          </a:p>
          <a:p>
            <a:pPr>
              <a:defRPr sz="1800"/>
            </a:pPr>
            <a:r>
              <a:t>Use filters to declutter: hide Files to focus on processes and network, for example.</a:t>
            </a:r>
          </a:p>
          <a:p>
            <a:pPr>
              <a:defRPr sz="1800"/>
            </a:pPr>
            <a:r>
              <a:t>Time dropdown: All, Last 5 min, 15 min, 1 hour, 24 hours.</a:t>
            </a:r>
          </a:p>
          <a:p>
            <a:pPr>
              <a:defRPr sz="1800"/>
            </a:pPr>
            <a:r>
              <a:t>Time filter hides edges whose events fall outside the selected window.</a:t>
            </a:r>
          </a:p>
          <a:p>
            <a:pPr>
              <a:defRPr sz="1800"/>
            </a:pPr>
            <a:r>
              <a:t>[Screenshot 6: Filters + Time controls highlighted]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Expanding and Collapsing Neighbors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 graph starts with main alert nodes visible.</a:t>
            </a:r>
          </a:p>
          <a:p>
            <a:pPr>
              <a:defRPr sz="1800"/>
            </a:pPr>
            <a:r>
              <a:t>Click a node once → expand its neighbors (host, processes, network, files).</a:t>
            </a:r>
          </a:p>
          <a:p>
            <a:pPr>
              <a:defRPr sz="1800"/>
            </a:pPr>
            <a:r>
              <a:t>Click the same node again → collapse its neighbors (hide them).</a:t>
            </a:r>
          </a:p>
          <a:p>
            <a:pPr>
              <a:defRPr sz="1800"/>
            </a:pPr>
            <a:r>
              <a:t>Use this to reveal relevant context without overwhelming the view.</a:t>
            </a:r>
          </a:p>
          <a:p>
            <a:pPr>
              <a:defRPr sz="1800"/>
            </a:pPr>
            <a:r>
              <a:t>[Screenshot 7: Alert node before/after expansion]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Details Panel: Alert Drill-Down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Click an alert hexagon to populate the Details panel on the right.</a:t>
            </a:r>
          </a:p>
          <a:p>
            <a:pPr>
              <a:defRPr sz="1800"/>
            </a:pPr>
            <a:r>
              <a:t>Panel shows: rule, host, alert count, time range, sample reasons.</a:t>
            </a:r>
          </a:p>
          <a:p>
            <a:pPr>
              <a:defRPr sz="1800"/>
            </a:pPr>
            <a:r>
              <a:t>Also shows a table of underlying alerts (from alerts.ndjson).</a:t>
            </a:r>
          </a:p>
          <a:p>
            <a:pPr>
              <a:defRPr sz="1800"/>
            </a:pPr>
            <a:r>
              <a:t>Compare these alerts with the same ones in Kibana for consistency.</a:t>
            </a:r>
          </a:p>
          <a:p>
            <a:pPr>
              <a:defRPr sz="1800"/>
            </a:pPr>
            <a:r>
              <a:t>Non-alert nodes show their basic info (process/file/network/host).</a:t>
            </a:r>
          </a:p>
          <a:p>
            <a:pPr>
              <a:defRPr sz="1800"/>
            </a:pPr>
            <a:r>
              <a:t>[Screenshot 8: Details panel with alert group information]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Investigation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Start in Kibana Security → Alerts and select the given alert.</a:t>
            </a:r>
          </a:p>
          <a:p>
            <a:pPr>
              <a:defRPr sz="1800"/>
            </a:pPr>
            <a:r>
              <a:t>2. Open ASG visualizer and locate the matching alert hexagon.</a:t>
            </a:r>
          </a:p>
          <a:p>
            <a:pPr>
              <a:defRPr sz="1800"/>
            </a:pPr>
            <a:r>
              <a:t>3. Click the alert node and review the Details panel (who/what/when).</a:t>
            </a:r>
          </a:p>
          <a:p>
            <a:pPr>
              <a:defRPr sz="1800"/>
            </a:pPr>
            <a:r>
              <a:t>4. Expand neighbors to see host, processes, network, and files.</a:t>
            </a:r>
          </a:p>
          <a:p>
            <a:pPr>
              <a:defRPr sz="1800"/>
            </a:pPr>
            <a:r>
              <a:t>5. Use filters and time window to focus on relevant activity.</a:t>
            </a:r>
          </a:p>
          <a:p>
            <a:pPr>
              <a:defRPr sz="1800"/>
            </a:pPr>
            <a:r>
              <a:t>6. Use both views to answer: what happened, where, and via which process/path?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Light/Dark Mode and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Use the moon/sun icon in the header to toggle dark vs. light mode.</a:t>
            </a:r>
          </a:p>
          <a:p>
            <a:pPr>
              <a:defRPr sz="1800"/>
            </a:pPr>
            <a:r>
              <a:t>If the graph feels busy, hide node types and collapse nodes to simplify.</a:t>
            </a:r>
          </a:p>
          <a:p>
            <a:pPr>
              <a:defRPr sz="1800"/>
            </a:pPr>
            <a:r>
              <a:t>Focus first on the alert node → host → process(es) → network/files chain.</a:t>
            </a:r>
          </a:p>
          <a:p>
            <a:pPr>
              <a:defRPr sz="1800"/>
            </a:pPr>
            <a:r>
              <a:t>Use ASG visualizer to ask: does the activity match the rule description?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797</Words>
  <Application>Microsoft Office PowerPoint</Application>
  <PresentationFormat>On-screen Show (4:3)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ASG visualizer Tutorial</vt:lpstr>
      <vt:lpstr>Big Picture: What Is the ASG visualizer?</vt:lpstr>
      <vt:lpstr>Workflow: From Kibana to ASG visualizer</vt:lpstr>
      <vt:lpstr>ASG visualizer Layout</vt:lpstr>
      <vt:lpstr>Shapes and Colors: Reading the Legend</vt:lpstr>
      <vt:lpstr>Basic Navigation: Pan, Zoom, Hover</vt:lpstr>
      <vt:lpstr>Filters and Time Window</vt:lpstr>
      <vt:lpstr>Expanding and Collapsing Neighbors</vt:lpstr>
      <vt:lpstr>Details Panel: Alert Drill-Down</vt:lpstr>
      <vt:lpstr>Typical Investigation Workflow</vt:lpstr>
      <vt:lpstr>Light/Dark Mode and Tips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aswin pratap</cp:lastModifiedBy>
  <cp:revision>1</cp:revision>
  <dcterms:created xsi:type="dcterms:W3CDTF">2013-01-27T09:14:16Z</dcterms:created>
  <dcterms:modified xsi:type="dcterms:W3CDTF">2025-11-24T18:24:11Z</dcterms:modified>
  <cp:category/>
</cp:coreProperties>
</file>