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AE08FC-30A1-FD43-9995-CF4557F75A4B}" v="109" dt="2025-11-24T19:18:12.2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545"/>
    <p:restoredTop sz="94686"/>
  </p:normalViewPr>
  <p:slideViewPr>
    <p:cSldViewPr snapToGrid="0">
      <p:cViewPr varScale="1">
        <p:scale>
          <a:sx n="93" d="100"/>
          <a:sy n="93" d="100"/>
        </p:scale>
        <p:origin x="146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image" Target="../media/image22.sv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8.svg"/><Relationship Id="rId5" Type="http://schemas.openxmlformats.org/officeDocument/2006/relationships/image" Target="../media/image27.png"/><Relationship Id="rId4" Type="http://schemas.openxmlformats.org/officeDocument/2006/relationships/image" Target="../media/image2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F7671D-DC89-4C55-B7E9-BC274537F4AC}" type="doc">
      <dgm:prSet loTypeId="urn:microsoft.com/office/officeart/2016/7/layout/VerticalSolidActionList" loCatId="List" qsTypeId="urn:microsoft.com/office/officeart/2005/8/quickstyle/simple2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6083E22-1425-466C-BB26-A595F0E8EB85}">
      <dgm:prSet/>
      <dgm:spPr/>
      <dgm:t>
        <a:bodyPr/>
        <a:lstStyle/>
        <a:p>
          <a:r>
            <a:rPr lang="en-US"/>
            <a:t>Keep</a:t>
          </a:r>
        </a:p>
      </dgm:t>
    </dgm:pt>
    <dgm:pt modelId="{458A18E0-D4C2-4199-9BA5-1E054DE1F324}" type="parTrans" cxnId="{415FB873-5E1D-40EA-AC27-749EDBDDFD2E}">
      <dgm:prSet/>
      <dgm:spPr/>
      <dgm:t>
        <a:bodyPr/>
        <a:lstStyle/>
        <a:p>
          <a:endParaRPr lang="en-US"/>
        </a:p>
      </dgm:t>
    </dgm:pt>
    <dgm:pt modelId="{11E3807D-B257-49C1-92EC-549D211208E8}" type="sibTrans" cxnId="{415FB873-5E1D-40EA-AC27-749EDBDDFD2E}">
      <dgm:prSet/>
      <dgm:spPr/>
      <dgm:t>
        <a:bodyPr/>
        <a:lstStyle/>
        <a:p>
          <a:endParaRPr lang="en-US"/>
        </a:p>
      </dgm:t>
    </dgm:pt>
    <dgm:pt modelId="{6F91F833-B4AC-42C9-87B3-3E7C1603FF0A}">
      <dgm:prSet/>
      <dgm:spPr/>
      <dgm:t>
        <a:bodyPr/>
        <a:lstStyle/>
        <a:p>
          <a:r>
            <a:rPr lang="en-US"/>
            <a:t>Keep the portal open at all times during the task.</a:t>
          </a:r>
        </a:p>
      </dgm:t>
    </dgm:pt>
    <dgm:pt modelId="{B70D7AB1-9F6B-4608-9651-5C33D016868F}" type="parTrans" cxnId="{1BF38E61-5B74-4D5E-9B45-96CF0B4273D7}">
      <dgm:prSet/>
      <dgm:spPr/>
      <dgm:t>
        <a:bodyPr/>
        <a:lstStyle/>
        <a:p>
          <a:endParaRPr lang="en-US"/>
        </a:p>
      </dgm:t>
    </dgm:pt>
    <dgm:pt modelId="{C014AC97-3ACC-4C31-911F-29D70F79DDCA}" type="sibTrans" cxnId="{1BF38E61-5B74-4D5E-9B45-96CF0B4273D7}">
      <dgm:prSet/>
      <dgm:spPr/>
      <dgm:t>
        <a:bodyPr/>
        <a:lstStyle/>
        <a:p>
          <a:endParaRPr lang="en-US"/>
        </a:p>
      </dgm:t>
    </dgm:pt>
    <dgm:pt modelId="{D88275D8-FF35-4DBD-BDB8-4B0D0659BFBF}">
      <dgm:prSet/>
      <dgm:spPr/>
      <dgm:t>
        <a:bodyPr/>
        <a:lstStyle/>
        <a:p>
          <a:r>
            <a:rPr lang="en-US"/>
            <a:t>Guide</a:t>
          </a:r>
        </a:p>
      </dgm:t>
    </dgm:pt>
    <dgm:pt modelId="{246731EB-8B22-4DEE-BDCB-C8E464266A0D}" type="parTrans" cxnId="{4161F8ED-3955-45C3-9EFC-D56A5FA5A417}">
      <dgm:prSet/>
      <dgm:spPr/>
      <dgm:t>
        <a:bodyPr/>
        <a:lstStyle/>
        <a:p>
          <a:endParaRPr lang="en-US"/>
        </a:p>
      </dgm:t>
    </dgm:pt>
    <dgm:pt modelId="{7A78D7EF-1780-462E-B14B-0F329A9A2C77}" type="sibTrans" cxnId="{4161F8ED-3955-45C3-9EFC-D56A5FA5A417}">
      <dgm:prSet/>
      <dgm:spPr/>
      <dgm:t>
        <a:bodyPr/>
        <a:lstStyle/>
        <a:p>
          <a:endParaRPr lang="en-US"/>
        </a:p>
      </dgm:t>
    </dgm:pt>
    <dgm:pt modelId="{ABE0AAFD-1C31-4BF7-85CC-73EBE67657E3}">
      <dgm:prSet/>
      <dgm:spPr/>
      <dgm:t>
        <a:bodyPr/>
        <a:lstStyle/>
        <a:p>
          <a:r>
            <a:rPr lang="en-US"/>
            <a:t>The study portal will guide you through the entire study from start to finish.</a:t>
          </a:r>
        </a:p>
      </dgm:t>
    </dgm:pt>
    <dgm:pt modelId="{5E932B24-1063-4B90-BCEB-0E0E09DA9ECF}" type="parTrans" cxnId="{B4329496-8D0D-434F-BC06-A53B9A3AB498}">
      <dgm:prSet/>
      <dgm:spPr/>
      <dgm:t>
        <a:bodyPr/>
        <a:lstStyle/>
        <a:p>
          <a:endParaRPr lang="en-US"/>
        </a:p>
      </dgm:t>
    </dgm:pt>
    <dgm:pt modelId="{18B08592-91B6-4C3E-9E69-E8A67C42EF53}" type="sibTrans" cxnId="{B4329496-8D0D-434F-BC06-A53B9A3AB498}">
      <dgm:prSet/>
      <dgm:spPr/>
      <dgm:t>
        <a:bodyPr/>
        <a:lstStyle/>
        <a:p>
          <a:endParaRPr lang="en-US"/>
        </a:p>
      </dgm:t>
    </dgm:pt>
    <dgm:pt modelId="{1159691E-33B1-43C0-B0C3-5FF6D63C0434}">
      <dgm:prSet/>
      <dgm:spPr/>
      <dgm:t>
        <a:bodyPr/>
        <a:lstStyle/>
        <a:p>
          <a:r>
            <a:rPr lang="en-US"/>
            <a:t>Do NOT close, refresh, or navigate away</a:t>
          </a:r>
        </a:p>
      </dgm:t>
    </dgm:pt>
    <dgm:pt modelId="{CB1F3F7E-9858-45FF-A5C2-2C1919636CC3}" type="parTrans" cxnId="{75E08482-0736-481C-A4D3-504E12A48080}">
      <dgm:prSet/>
      <dgm:spPr/>
      <dgm:t>
        <a:bodyPr/>
        <a:lstStyle/>
        <a:p>
          <a:endParaRPr lang="en-US"/>
        </a:p>
      </dgm:t>
    </dgm:pt>
    <dgm:pt modelId="{AC38B49E-8915-4601-8C67-9A215355891B}" type="sibTrans" cxnId="{75E08482-0736-481C-A4D3-504E12A48080}">
      <dgm:prSet/>
      <dgm:spPr/>
      <dgm:t>
        <a:bodyPr/>
        <a:lstStyle/>
        <a:p>
          <a:endParaRPr lang="en-US"/>
        </a:p>
      </dgm:t>
    </dgm:pt>
    <dgm:pt modelId="{3CDA6256-EB14-427A-A180-AD33F50AA287}">
      <dgm:prSet/>
      <dgm:spPr/>
      <dgm:t>
        <a:bodyPr/>
        <a:lstStyle/>
        <a:p>
          <a:r>
            <a:rPr lang="en-US"/>
            <a:t>Do NOT close, refresh, or navigate away from the portal tab during the scenario.</a:t>
          </a:r>
        </a:p>
      </dgm:t>
    </dgm:pt>
    <dgm:pt modelId="{979D95FE-226C-454B-BBA6-F1486200B60F}" type="parTrans" cxnId="{C1331B51-8555-47FA-BA34-CDF60DBA453F}">
      <dgm:prSet/>
      <dgm:spPr/>
      <dgm:t>
        <a:bodyPr/>
        <a:lstStyle/>
        <a:p>
          <a:endParaRPr lang="en-US"/>
        </a:p>
      </dgm:t>
    </dgm:pt>
    <dgm:pt modelId="{35766A49-47F0-4598-85B1-55918CEA6878}" type="sibTrans" cxnId="{C1331B51-8555-47FA-BA34-CDF60DBA453F}">
      <dgm:prSet/>
      <dgm:spPr/>
      <dgm:t>
        <a:bodyPr/>
        <a:lstStyle/>
        <a:p>
          <a:endParaRPr lang="en-US"/>
        </a:p>
      </dgm:t>
    </dgm:pt>
    <dgm:pt modelId="{B5B800F0-81AE-4CC3-80B1-9AD97400F47A}">
      <dgm:prSet/>
      <dgm:spPr/>
      <dgm:t>
        <a:bodyPr/>
        <a:lstStyle/>
        <a:p>
          <a:r>
            <a:rPr lang="en-US"/>
            <a:t>See</a:t>
          </a:r>
        </a:p>
      </dgm:t>
    </dgm:pt>
    <dgm:pt modelId="{92F227E7-1C0D-429B-9965-78F43EDE65E7}" type="parTrans" cxnId="{601C54D1-AAD0-4D56-B505-F9B56AC54800}">
      <dgm:prSet/>
      <dgm:spPr/>
      <dgm:t>
        <a:bodyPr/>
        <a:lstStyle/>
        <a:p>
          <a:endParaRPr lang="en-US"/>
        </a:p>
      </dgm:t>
    </dgm:pt>
    <dgm:pt modelId="{1DFDD696-6084-45A5-8414-B18D8AE13CB2}" type="sibTrans" cxnId="{601C54D1-AAD0-4D56-B505-F9B56AC54800}">
      <dgm:prSet/>
      <dgm:spPr/>
      <dgm:t>
        <a:bodyPr/>
        <a:lstStyle/>
        <a:p>
          <a:endParaRPr lang="en-US"/>
        </a:p>
      </dgm:t>
    </dgm:pt>
    <dgm:pt modelId="{76F0BA2A-999C-45A7-82AA-D417ACE9E3CA}">
      <dgm:prSet/>
      <dgm:spPr/>
      <dgm:t>
        <a:bodyPr/>
        <a:lstStyle/>
        <a:p>
          <a:r>
            <a:rPr lang="en-US"/>
            <a:t>You will see built-in tutorials for basic Kibana usage and, in some conditions, ASG visualizer usage.</a:t>
          </a:r>
        </a:p>
      </dgm:t>
    </dgm:pt>
    <dgm:pt modelId="{177FC80B-9BE5-4A88-BB4D-983D7EFE3665}" type="parTrans" cxnId="{CB9C98DA-310E-432E-91F5-9DD27FF762D1}">
      <dgm:prSet/>
      <dgm:spPr/>
      <dgm:t>
        <a:bodyPr/>
        <a:lstStyle/>
        <a:p>
          <a:endParaRPr lang="en-US"/>
        </a:p>
      </dgm:t>
    </dgm:pt>
    <dgm:pt modelId="{8B43ABEA-6AEB-49DC-B65D-B1AC56F5BD14}" type="sibTrans" cxnId="{CB9C98DA-310E-432E-91F5-9DD27FF762D1}">
      <dgm:prSet/>
      <dgm:spPr/>
      <dgm:t>
        <a:bodyPr/>
        <a:lstStyle/>
        <a:p>
          <a:endParaRPr lang="en-US"/>
        </a:p>
      </dgm:t>
    </dgm:pt>
    <dgm:pt modelId="{F70816D3-B8B3-42E9-8527-1F6B3D2435DD}">
      <dgm:prSet/>
      <dgm:spPr/>
      <dgm:t>
        <a:bodyPr/>
        <a:lstStyle/>
        <a:p>
          <a:r>
            <a:rPr lang="en-US"/>
            <a:t>Use</a:t>
          </a:r>
        </a:p>
      </dgm:t>
    </dgm:pt>
    <dgm:pt modelId="{B7013BA8-E1DC-403F-81FE-009FE28EEFA2}" type="parTrans" cxnId="{A2FB1AF0-121B-440C-8717-31AAD59A831E}">
      <dgm:prSet/>
      <dgm:spPr/>
      <dgm:t>
        <a:bodyPr/>
        <a:lstStyle/>
        <a:p>
          <a:endParaRPr lang="en-US"/>
        </a:p>
      </dgm:t>
    </dgm:pt>
    <dgm:pt modelId="{BA5D4866-7A36-4E20-B4EF-8FC3929DF647}" type="sibTrans" cxnId="{A2FB1AF0-121B-440C-8717-31AAD59A831E}">
      <dgm:prSet/>
      <dgm:spPr/>
      <dgm:t>
        <a:bodyPr/>
        <a:lstStyle/>
        <a:p>
          <a:endParaRPr lang="en-US"/>
        </a:p>
      </dgm:t>
    </dgm:pt>
    <dgm:pt modelId="{9C5039C8-577F-4834-8AE3-1CDA57596A8F}">
      <dgm:prSet/>
      <dgm:spPr/>
      <dgm:t>
        <a:bodyPr/>
        <a:lstStyle/>
        <a:p>
          <a:r>
            <a:rPr lang="en-US"/>
            <a:t>Use the portal as your anchor: timers, task instructions, links, and final survey live here.</a:t>
          </a:r>
        </a:p>
      </dgm:t>
    </dgm:pt>
    <dgm:pt modelId="{5FDC92B8-C27F-4CB3-A2F6-323954164578}" type="parTrans" cxnId="{856DDF94-BA7E-408A-83C5-623CAEC8C97F}">
      <dgm:prSet/>
      <dgm:spPr/>
      <dgm:t>
        <a:bodyPr/>
        <a:lstStyle/>
        <a:p>
          <a:endParaRPr lang="en-US"/>
        </a:p>
      </dgm:t>
    </dgm:pt>
    <dgm:pt modelId="{DDF4D9BC-BE3F-47B1-8CD9-00C93C5453B4}" type="sibTrans" cxnId="{856DDF94-BA7E-408A-83C5-623CAEC8C97F}">
      <dgm:prSet/>
      <dgm:spPr/>
      <dgm:t>
        <a:bodyPr/>
        <a:lstStyle/>
        <a:p>
          <a:endParaRPr lang="en-US"/>
        </a:p>
      </dgm:t>
    </dgm:pt>
    <dgm:pt modelId="{6672370E-1E2E-5141-85FF-9DDB4F2FF1F4}" type="pres">
      <dgm:prSet presAssocID="{BEF7671D-DC89-4C55-B7E9-BC274537F4AC}" presName="Name0" presStyleCnt="0">
        <dgm:presLayoutVars>
          <dgm:dir/>
          <dgm:animLvl val="lvl"/>
          <dgm:resizeHandles val="exact"/>
        </dgm:presLayoutVars>
      </dgm:prSet>
      <dgm:spPr/>
    </dgm:pt>
    <dgm:pt modelId="{D5AB6B35-5A95-0346-9AAF-71D41BFBEE38}" type="pres">
      <dgm:prSet presAssocID="{76083E22-1425-466C-BB26-A595F0E8EB85}" presName="linNode" presStyleCnt="0"/>
      <dgm:spPr/>
    </dgm:pt>
    <dgm:pt modelId="{D08D26E5-58CB-F243-9600-C1BE770D184A}" type="pres">
      <dgm:prSet presAssocID="{76083E22-1425-466C-BB26-A595F0E8EB85}" presName="parentText" presStyleLbl="alignNode1" presStyleIdx="0" presStyleCnt="5">
        <dgm:presLayoutVars>
          <dgm:chMax val="1"/>
          <dgm:bulletEnabled/>
        </dgm:presLayoutVars>
      </dgm:prSet>
      <dgm:spPr/>
    </dgm:pt>
    <dgm:pt modelId="{1A17EB20-F61C-854B-AC40-00EBADF70FDD}" type="pres">
      <dgm:prSet presAssocID="{76083E22-1425-466C-BB26-A595F0E8EB85}" presName="descendantText" presStyleLbl="alignAccFollowNode1" presStyleIdx="0" presStyleCnt="5">
        <dgm:presLayoutVars>
          <dgm:bulletEnabled/>
        </dgm:presLayoutVars>
      </dgm:prSet>
      <dgm:spPr/>
    </dgm:pt>
    <dgm:pt modelId="{2612851E-F303-5343-8503-CC6AC7F3234C}" type="pres">
      <dgm:prSet presAssocID="{11E3807D-B257-49C1-92EC-549D211208E8}" presName="sp" presStyleCnt="0"/>
      <dgm:spPr/>
    </dgm:pt>
    <dgm:pt modelId="{75B17035-E0C2-1241-81BA-A6A17141348B}" type="pres">
      <dgm:prSet presAssocID="{D88275D8-FF35-4DBD-BDB8-4B0D0659BFBF}" presName="linNode" presStyleCnt="0"/>
      <dgm:spPr/>
    </dgm:pt>
    <dgm:pt modelId="{13D2D34C-8A43-1944-9ADC-31C17BA104B4}" type="pres">
      <dgm:prSet presAssocID="{D88275D8-FF35-4DBD-BDB8-4B0D0659BFBF}" presName="parentText" presStyleLbl="alignNode1" presStyleIdx="1" presStyleCnt="5">
        <dgm:presLayoutVars>
          <dgm:chMax val="1"/>
          <dgm:bulletEnabled/>
        </dgm:presLayoutVars>
      </dgm:prSet>
      <dgm:spPr/>
    </dgm:pt>
    <dgm:pt modelId="{848FE30E-B701-FD4A-BDC4-0EC7F5763391}" type="pres">
      <dgm:prSet presAssocID="{D88275D8-FF35-4DBD-BDB8-4B0D0659BFBF}" presName="descendantText" presStyleLbl="alignAccFollowNode1" presStyleIdx="1" presStyleCnt="5">
        <dgm:presLayoutVars>
          <dgm:bulletEnabled/>
        </dgm:presLayoutVars>
      </dgm:prSet>
      <dgm:spPr/>
    </dgm:pt>
    <dgm:pt modelId="{E7DB31B8-2F30-A34A-BF12-1B74FD276E35}" type="pres">
      <dgm:prSet presAssocID="{7A78D7EF-1780-462E-B14B-0F329A9A2C77}" presName="sp" presStyleCnt="0"/>
      <dgm:spPr/>
    </dgm:pt>
    <dgm:pt modelId="{DEF103D9-57D9-6743-BB8F-D203F7EA7530}" type="pres">
      <dgm:prSet presAssocID="{1159691E-33B1-43C0-B0C3-5FF6D63C0434}" presName="linNode" presStyleCnt="0"/>
      <dgm:spPr/>
    </dgm:pt>
    <dgm:pt modelId="{19DDAE7E-3FBD-CE45-9AF2-A25B62E5723B}" type="pres">
      <dgm:prSet presAssocID="{1159691E-33B1-43C0-B0C3-5FF6D63C0434}" presName="parentText" presStyleLbl="alignNode1" presStyleIdx="2" presStyleCnt="5">
        <dgm:presLayoutVars>
          <dgm:chMax val="1"/>
          <dgm:bulletEnabled/>
        </dgm:presLayoutVars>
      </dgm:prSet>
      <dgm:spPr/>
    </dgm:pt>
    <dgm:pt modelId="{04FB2AA2-E59E-1F48-AC7A-93B022FC6213}" type="pres">
      <dgm:prSet presAssocID="{1159691E-33B1-43C0-B0C3-5FF6D63C0434}" presName="descendantText" presStyleLbl="alignAccFollowNode1" presStyleIdx="2" presStyleCnt="5">
        <dgm:presLayoutVars>
          <dgm:bulletEnabled/>
        </dgm:presLayoutVars>
      </dgm:prSet>
      <dgm:spPr/>
    </dgm:pt>
    <dgm:pt modelId="{C647A541-1DA1-C342-B531-A30F89B757E8}" type="pres">
      <dgm:prSet presAssocID="{AC38B49E-8915-4601-8C67-9A215355891B}" presName="sp" presStyleCnt="0"/>
      <dgm:spPr/>
    </dgm:pt>
    <dgm:pt modelId="{F13C710F-318C-9F43-9368-6B241A1BF230}" type="pres">
      <dgm:prSet presAssocID="{B5B800F0-81AE-4CC3-80B1-9AD97400F47A}" presName="linNode" presStyleCnt="0"/>
      <dgm:spPr/>
    </dgm:pt>
    <dgm:pt modelId="{8B02A18C-92E3-0441-8B2F-59670D093C45}" type="pres">
      <dgm:prSet presAssocID="{B5B800F0-81AE-4CC3-80B1-9AD97400F47A}" presName="parentText" presStyleLbl="alignNode1" presStyleIdx="3" presStyleCnt="5">
        <dgm:presLayoutVars>
          <dgm:chMax val="1"/>
          <dgm:bulletEnabled/>
        </dgm:presLayoutVars>
      </dgm:prSet>
      <dgm:spPr/>
    </dgm:pt>
    <dgm:pt modelId="{A37472CB-95CD-E64B-B967-527128E5D8C5}" type="pres">
      <dgm:prSet presAssocID="{B5B800F0-81AE-4CC3-80B1-9AD97400F47A}" presName="descendantText" presStyleLbl="alignAccFollowNode1" presStyleIdx="3" presStyleCnt="5">
        <dgm:presLayoutVars>
          <dgm:bulletEnabled/>
        </dgm:presLayoutVars>
      </dgm:prSet>
      <dgm:spPr/>
    </dgm:pt>
    <dgm:pt modelId="{39C76E28-8997-2242-B138-6D26A6324753}" type="pres">
      <dgm:prSet presAssocID="{1DFDD696-6084-45A5-8414-B18D8AE13CB2}" presName="sp" presStyleCnt="0"/>
      <dgm:spPr/>
    </dgm:pt>
    <dgm:pt modelId="{A284DEEB-7553-3643-8F64-56481BC1C4A1}" type="pres">
      <dgm:prSet presAssocID="{F70816D3-B8B3-42E9-8527-1F6B3D2435DD}" presName="linNode" presStyleCnt="0"/>
      <dgm:spPr/>
    </dgm:pt>
    <dgm:pt modelId="{3F756CFD-BEF3-424A-AF2B-AE5008D20F97}" type="pres">
      <dgm:prSet presAssocID="{F70816D3-B8B3-42E9-8527-1F6B3D2435DD}" presName="parentText" presStyleLbl="alignNode1" presStyleIdx="4" presStyleCnt="5">
        <dgm:presLayoutVars>
          <dgm:chMax val="1"/>
          <dgm:bulletEnabled/>
        </dgm:presLayoutVars>
      </dgm:prSet>
      <dgm:spPr/>
    </dgm:pt>
    <dgm:pt modelId="{23158C5E-59F1-494F-951F-A70229564294}" type="pres">
      <dgm:prSet presAssocID="{F70816D3-B8B3-42E9-8527-1F6B3D2435DD}" presName="descendantText" presStyleLbl="alignAccFollowNode1" presStyleIdx="4" presStyleCnt="5">
        <dgm:presLayoutVars>
          <dgm:bulletEnabled/>
        </dgm:presLayoutVars>
      </dgm:prSet>
      <dgm:spPr/>
    </dgm:pt>
  </dgm:ptLst>
  <dgm:cxnLst>
    <dgm:cxn modelId="{4EDBCD02-B9AE-184D-8B6C-5DA12A1E8C46}" type="presOf" srcId="{D88275D8-FF35-4DBD-BDB8-4B0D0659BFBF}" destId="{13D2D34C-8A43-1944-9ADC-31C17BA104B4}" srcOrd="0" destOrd="0" presId="urn:microsoft.com/office/officeart/2016/7/layout/VerticalSolidActionList"/>
    <dgm:cxn modelId="{C1331B51-8555-47FA-BA34-CDF60DBA453F}" srcId="{1159691E-33B1-43C0-B0C3-5FF6D63C0434}" destId="{3CDA6256-EB14-427A-A180-AD33F50AA287}" srcOrd="0" destOrd="0" parTransId="{979D95FE-226C-454B-BBA6-F1486200B60F}" sibTransId="{35766A49-47F0-4598-85B1-55918CEA6878}"/>
    <dgm:cxn modelId="{E18B2855-1E5E-FF41-BAFC-8D7E13B34D8F}" type="presOf" srcId="{76083E22-1425-466C-BB26-A595F0E8EB85}" destId="{D08D26E5-58CB-F243-9600-C1BE770D184A}" srcOrd="0" destOrd="0" presId="urn:microsoft.com/office/officeart/2016/7/layout/VerticalSolidActionList"/>
    <dgm:cxn modelId="{C9151358-3735-894C-AA1D-A26A67C6FCD3}" type="presOf" srcId="{ABE0AAFD-1C31-4BF7-85CC-73EBE67657E3}" destId="{848FE30E-B701-FD4A-BDC4-0EC7F5763391}" srcOrd="0" destOrd="0" presId="urn:microsoft.com/office/officeart/2016/7/layout/VerticalSolidActionList"/>
    <dgm:cxn modelId="{1BF38E61-5B74-4D5E-9B45-96CF0B4273D7}" srcId="{76083E22-1425-466C-BB26-A595F0E8EB85}" destId="{6F91F833-B4AC-42C9-87B3-3E7C1603FF0A}" srcOrd="0" destOrd="0" parTransId="{B70D7AB1-9F6B-4608-9651-5C33D016868F}" sibTransId="{C014AC97-3ACC-4C31-911F-29D70F79DDCA}"/>
    <dgm:cxn modelId="{415FB873-5E1D-40EA-AC27-749EDBDDFD2E}" srcId="{BEF7671D-DC89-4C55-B7E9-BC274537F4AC}" destId="{76083E22-1425-466C-BB26-A595F0E8EB85}" srcOrd="0" destOrd="0" parTransId="{458A18E0-D4C2-4199-9BA5-1E054DE1F324}" sibTransId="{11E3807D-B257-49C1-92EC-549D211208E8}"/>
    <dgm:cxn modelId="{75E08482-0736-481C-A4D3-504E12A48080}" srcId="{BEF7671D-DC89-4C55-B7E9-BC274537F4AC}" destId="{1159691E-33B1-43C0-B0C3-5FF6D63C0434}" srcOrd="2" destOrd="0" parTransId="{CB1F3F7E-9858-45FF-A5C2-2C1919636CC3}" sibTransId="{AC38B49E-8915-4601-8C67-9A215355891B}"/>
    <dgm:cxn modelId="{856DDF94-BA7E-408A-83C5-623CAEC8C97F}" srcId="{F70816D3-B8B3-42E9-8527-1F6B3D2435DD}" destId="{9C5039C8-577F-4834-8AE3-1CDA57596A8F}" srcOrd="0" destOrd="0" parTransId="{5FDC92B8-C27F-4CB3-A2F6-323954164578}" sibTransId="{DDF4D9BC-BE3F-47B1-8CD9-00C93C5453B4}"/>
    <dgm:cxn modelId="{B4329496-8D0D-434F-BC06-A53B9A3AB498}" srcId="{D88275D8-FF35-4DBD-BDB8-4B0D0659BFBF}" destId="{ABE0AAFD-1C31-4BF7-85CC-73EBE67657E3}" srcOrd="0" destOrd="0" parTransId="{5E932B24-1063-4B90-BCEB-0E0E09DA9ECF}" sibTransId="{18B08592-91B6-4C3E-9E69-E8A67C42EF53}"/>
    <dgm:cxn modelId="{E4B57DA1-8243-D34E-B5B3-831EC58D8260}" type="presOf" srcId="{1159691E-33B1-43C0-B0C3-5FF6D63C0434}" destId="{19DDAE7E-3FBD-CE45-9AF2-A25B62E5723B}" srcOrd="0" destOrd="0" presId="urn:microsoft.com/office/officeart/2016/7/layout/VerticalSolidActionList"/>
    <dgm:cxn modelId="{F30D38C0-6348-B44D-9766-282189C85095}" type="presOf" srcId="{BEF7671D-DC89-4C55-B7E9-BC274537F4AC}" destId="{6672370E-1E2E-5141-85FF-9DDB4F2FF1F4}" srcOrd="0" destOrd="0" presId="urn:microsoft.com/office/officeart/2016/7/layout/VerticalSolidActionList"/>
    <dgm:cxn modelId="{7D1FCCC4-941F-C84A-95BA-D614C35D9097}" type="presOf" srcId="{9C5039C8-577F-4834-8AE3-1CDA57596A8F}" destId="{23158C5E-59F1-494F-951F-A70229564294}" srcOrd="0" destOrd="0" presId="urn:microsoft.com/office/officeart/2016/7/layout/VerticalSolidActionList"/>
    <dgm:cxn modelId="{3E4902CF-4937-B342-BB49-4541BF76DA65}" type="presOf" srcId="{B5B800F0-81AE-4CC3-80B1-9AD97400F47A}" destId="{8B02A18C-92E3-0441-8B2F-59670D093C45}" srcOrd="0" destOrd="0" presId="urn:microsoft.com/office/officeart/2016/7/layout/VerticalSolidActionList"/>
    <dgm:cxn modelId="{CFE2ABCF-34DF-8545-B0A1-3A4D7BF13987}" type="presOf" srcId="{6F91F833-B4AC-42C9-87B3-3E7C1603FF0A}" destId="{1A17EB20-F61C-854B-AC40-00EBADF70FDD}" srcOrd="0" destOrd="0" presId="urn:microsoft.com/office/officeart/2016/7/layout/VerticalSolidActionList"/>
    <dgm:cxn modelId="{601C54D1-AAD0-4D56-B505-F9B56AC54800}" srcId="{BEF7671D-DC89-4C55-B7E9-BC274537F4AC}" destId="{B5B800F0-81AE-4CC3-80B1-9AD97400F47A}" srcOrd="3" destOrd="0" parTransId="{92F227E7-1C0D-429B-9965-78F43EDE65E7}" sibTransId="{1DFDD696-6084-45A5-8414-B18D8AE13CB2}"/>
    <dgm:cxn modelId="{F8D599D5-8AEB-564B-8430-428CC9637BFE}" type="presOf" srcId="{76F0BA2A-999C-45A7-82AA-D417ACE9E3CA}" destId="{A37472CB-95CD-E64B-B967-527128E5D8C5}" srcOrd="0" destOrd="0" presId="urn:microsoft.com/office/officeart/2016/7/layout/VerticalSolidActionList"/>
    <dgm:cxn modelId="{CB9C98DA-310E-432E-91F5-9DD27FF762D1}" srcId="{B5B800F0-81AE-4CC3-80B1-9AD97400F47A}" destId="{76F0BA2A-999C-45A7-82AA-D417ACE9E3CA}" srcOrd="0" destOrd="0" parTransId="{177FC80B-9BE5-4A88-BB4D-983D7EFE3665}" sibTransId="{8B43ABEA-6AEB-49DC-B65D-B1AC56F5BD14}"/>
    <dgm:cxn modelId="{4161F8ED-3955-45C3-9EFC-D56A5FA5A417}" srcId="{BEF7671D-DC89-4C55-B7E9-BC274537F4AC}" destId="{D88275D8-FF35-4DBD-BDB8-4B0D0659BFBF}" srcOrd="1" destOrd="0" parTransId="{246731EB-8B22-4DEE-BDCB-C8E464266A0D}" sibTransId="{7A78D7EF-1780-462E-B14B-0F329A9A2C77}"/>
    <dgm:cxn modelId="{605F7DEF-CEB7-3C49-8260-92E2518A2C26}" type="presOf" srcId="{F70816D3-B8B3-42E9-8527-1F6B3D2435DD}" destId="{3F756CFD-BEF3-424A-AF2B-AE5008D20F97}" srcOrd="0" destOrd="0" presId="urn:microsoft.com/office/officeart/2016/7/layout/VerticalSolidActionList"/>
    <dgm:cxn modelId="{A2FB1AF0-121B-440C-8717-31AAD59A831E}" srcId="{BEF7671D-DC89-4C55-B7E9-BC274537F4AC}" destId="{F70816D3-B8B3-42E9-8527-1F6B3D2435DD}" srcOrd="4" destOrd="0" parTransId="{B7013BA8-E1DC-403F-81FE-009FE28EEFA2}" sibTransId="{BA5D4866-7A36-4E20-B4EF-8FC3929DF647}"/>
    <dgm:cxn modelId="{34D81AF6-6A10-7E4D-8F68-172167B65A0C}" type="presOf" srcId="{3CDA6256-EB14-427A-A180-AD33F50AA287}" destId="{04FB2AA2-E59E-1F48-AC7A-93B022FC6213}" srcOrd="0" destOrd="0" presId="urn:microsoft.com/office/officeart/2016/7/layout/VerticalSolidActionList"/>
    <dgm:cxn modelId="{F2A42091-73B0-A847-9833-3AC4C9C71B9D}" type="presParOf" srcId="{6672370E-1E2E-5141-85FF-9DDB4F2FF1F4}" destId="{D5AB6B35-5A95-0346-9AAF-71D41BFBEE38}" srcOrd="0" destOrd="0" presId="urn:microsoft.com/office/officeart/2016/7/layout/VerticalSolidActionList"/>
    <dgm:cxn modelId="{069A4A21-57DB-F64E-BBF8-CF58B400D1A4}" type="presParOf" srcId="{D5AB6B35-5A95-0346-9AAF-71D41BFBEE38}" destId="{D08D26E5-58CB-F243-9600-C1BE770D184A}" srcOrd="0" destOrd="0" presId="urn:microsoft.com/office/officeart/2016/7/layout/VerticalSolidActionList"/>
    <dgm:cxn modelId="{2A03A564-FC57-9349-B99E-8F7DD3567706}" type="presParOf" srcId="{D5AB6B35-5A95-0346-9AAF-71D41BFBEE38}" destId="{1A17EB20-F61C-854B-AC40-00EBADF70FDD}" srcOrd="1" destOrd="0" presId="urn:microsoft.com/office/officeart/2016/7/layout/VerticalSolidActionList"/>
    <dgm:cxn modelId="{60DF409F-9F54-3045-A149-2667C8F80CB2}" type="presParOf" srcId="{6672370E-1E2E-5141-85FF-9DDB4F2FF1F4}" destId="{2612851E-F303-5343-8503-CC6AC7F3234C}" srcOrd="1" destOrd="0" presId="urn:microsoft.com/office/officeart/2016/7/layout/VerticalSolidActionList"/>
    <dgm:cxn modelId="{A670C2D5-B3BE-544F-AAE1-48E5EEC2E4DF}" type="presParOf" srcId="{6672370E-1E2E-5141-85FF-9DDB4F2FF1F4}" destId="{75B17035-E0C2-1241-81BA-A6A17141348B}" srcOrd="2" destOrd="0" presId="urn:microsoft.com/office/officeart/2016/7/layout/VerticalSolidActionList"/>
    <dgm:cxn modelId="{1735FFE1-097F-0241-BBEB-011D63CADE56}" type="presParOf" srcId="{75B17035-E0C2-1241-81BA-A6A17141348B}" destId="{13D2D34C-8A43-1944-9ADC-31C17BA104B4}" srcOrd="0" destOrd="0" presId="urn:microsoft.com/office/officeart/2016/7/layout/VerticalSolidActionList"/>
    <dgm:cxn modelId="{F386F17E-EB89-4C42-8CAB-CB8BE1FEBA31}" type="presParOf" srcId="{75B17035-E0C2-1241-81BA-A6A17141348B}" destId="{848FE30E-B701-FD4A-BDC4-0EC7F5763391}" srcOrd="1" destOrd="0" presId="urn:microsoft.com/office/officeart/2016/7/layout/VerticalSolidActionList"/>
    <dgm:cxn modelId="{771A4166-9295-1B4C-9E1E-57C9DF0CEE01}" type="presParOf" srcId="{6672370E-1E2E-5141-85FF-9DDB4F2FF1F4}" destId="{E7DB31B8-2F30-A34A-BF12-1B74FD276E35}" srcOrd="3" destOrd="0" presId="urn:microsoft.com/office/officeart/2016/7/layout/VerticalSolidActionList"/>
    <dgm:cxn modelId="{9ABAB11C-8C48-CA4B-BA90-61AB91B97DDA}" type="presParOf" srcId="{6672370E-1E2E-5141-85FF-9DDB4F2FF1F4}" destId="{DEF103D9-57D9-6743-BB8F-D203F7EA7530}" srcOrd="4" destOrd="0" presId="urn:microsoft.com/office/officeart/2016/7/layout/VerticalSolidActionList"/>
    <dgm:cxn modelId="{D342C014-308F-A645-A43F-CF08E77A8F9B}" type="presParOf" srcId="{DEF103D9-57D9-6743-BB8F-D203F7EA7530}" destId="{19DDAE7E-3FBD-CE45-9AF2-A25B62E5723B}" srcOrd="0" destOrd="0" presId="urn:microsoft.com/office/officeart/2016/7/layout/VerticalSolidActionList"/>
    <dgm:cxn modelId="{7F4D3FBB-2AC9-724E-A9D9-C5F574EE54F5}" type="presParOf" srcId="{DEF103D9-57D9-6743-BB8F-D203F7EA7530}" destId="{04FB2AA2-E59E-1F48-AC7A-93B022FC6213}" srcOrd="1" destOrd="0" presId="urn:microsoft.com/office/officeart/2016/7/layout/VerticalSolidActionList"/>
    <dgm:cxn modelId="{7A01C987-B736-164D-B31D-71D23EE249CC}" type="presParOf" srcId="{6672370E-1E2E-5141-85FF-9DDB4F2FF1F4}" destId="{C647A541-1DA1-C342-B531-A30F89B757E8}" srcOrd="5" destOrd="0" presId="urn:microsoft.com/office/officeart/2016/7/layout/VerticalSolidActionList"/>
    <dgm:cxn modelId="{39C3A993-B3B0-5D40-8C85-058E9A4F46CE}" type="presParOf" srcId="{6672370E-1E2E-5141-85FF-9DDB4F2FF1F4}" destId="{F13C710F-318C-9F43-9368-6B241A1BF230}" srcOrd="6" destOrd="0" presId="urn:microsoft.com/office/officeart/2016/7/layout/VerticalSolidActionList"/>
    <dgm:cxn modelId="{99DB1F91-3D6F-A34A-8656-8220333F1FB1}" type="presParOf" srcId="{F13C710F-318C-9F43-9368-6B241A1BF230}" destId="{8B02A18C-92E3-0441-8B2F-59670D093C45}" srcOrd="0" destOrd="0" presId="urn:microsoft.com/office/officeart/2016/7/layout/VerticalSolidActionList"/>
    <dgm:cxn modelId="{61AD902C-6FFC-774B-B8C9-DBEB7749C4E7}" type="presParOf" srcId="{F13C710F-318C-9F43-9368-6B241A1BF230}" destId="{A37472CB-95CD-E64B-B967-527128E5D8C5}" srcOrd="1" destOrd="0" presId="urn:microsoft.com/office/officeart/2016/7/layout/VerticalSolidActionList"/>
    <dgm:cxn modelId="{077A6262-D965-A643-9C90-F49958AAC00F}" type="presParOf" srcId="{6672370E-1E2E-5141-85FF-9DDB4F2FF1F4}" destId="{39C76E28-8997-2242-B138-6D26A6324753}" srcOrd="7" destOrd="0" presId="urn:microsoft.com/office/officeart/2016/7/layout/VerticalSolidActionList"/>
    <dgm:cxn modelId="{C0756480-44BD-BE43-945B-5BB75CEF4EC6}" type="presParOf" srcId="{6672370E-1E2E-5141-85FF-9DDB4F2FF1F4}" destId="{A284DEEB-7553-3643-8F64-56481BC1C4A1}" srcOrd="8" destOrd="0" presId="urn:microsoft.com/office/officeart/2016/7/layout/VerticalSolidActionList"/>
    <dgm:cxn modelId="{9EECBDAF-6C67-5544-9481-D813AB25C2D5}" type="presParOf" srcId="{A284DEEB-7553-3643-8F64-56481BC1C4A1}" destId="{3F756CFD-BEF3-424A-AF2B-AE5008D20F97}" srcOrd="0" destOrd="0" presId="urn:microsoft.com/office/officeart/2016/7/layout/VerticalSolidActionList"/>
    <dgm:cxn modelId="{55F7A76B-9033-E548-8DB4-2D04A8AD02DF}" type="presParOf" srcId="{A284DEEB-7553-3643-8F64-56481BC1C4A1}" destId="{23158C5E-59F1-494F-951F-A70229564294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27BCA7D-1507-408A-A101-F4ECC67E2C8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348D91B5-5B86-41D3-AAAE-F7C17AF47D3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Kibana: built-in Security → Alerts and Discover views.</a:t>
          </a:r>
        </a:p>
      </dgm:t>
    </dgm:pt>
    <dgm:pt modelId="{7325BBD5-A8CF-46D3-B520-B0FEB403C80D}" type="parTrans" cxnId="{77B9E69C-5A6B-43CE-98D2-4A59D7470A2F}">
      <dgm:prSet/>
      <dgm:spPr/>
      <dgm:t>
        <a:bodyPr/>
        <a:lstStyle/>
        <a:p>
          <a:endParaRPr lang="en-US"/>
        </a:p>
      </dgm:t>
    </dgm:pt>
    <dgm:pt modelId="{C7339B33-D4B4-4A44-9E37-1C2E5B0AD02C}" type="sibTrans" cxnId="{77B9E69C-5A6B-43CE-98D2-4A59D7470A2F}">
      <dgm:prSet/>
      <dgm:spPr/>
      <dgm:t>
        <a:bodyPr/>
        <a:lstStyle/>
        <a:p>
          <a:endParaRPr lang="en-US"/>
        </a:p>
      </dgm:t>
    </dgm:pt>
    <dgm:pt modelId="{188090A6-0613-4BE3-806D-1921C6D6FCB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Qualitrix Surveys: where you document your investigation and final resolution.</a:t>
          </a:r>
        </a:p>
      </dgm:t>
    </dgm:pt>
    <dgm:pt modelId="{8D909FF9-CFBC-4CEC-9EE7-138FB02F7DBB}" type="parTrans" cxnId="{3BC76650-A27F-4FDB-B827-7D1A428D90D6}">
      <dgm:prSet/>
      <dgm:spPr/>
      <dgm:t>
        <a:bodyPr/>
        <a:lstStyle/>
        <a:p>
          <a:endParaRPr lang="en-US"/>
        </a:p>
      </dgm:t>
    </dgm:pt>
    <dgm:pt modelId="{B94B6B6B-B0F3-4AD0-B60F-387E724037EA}" type="sibTrans" cxnId="{3BC76650-A27F-4FDB-B827-7D1A428D90D6}">
      <dgm:prSet/>
      <dgm:spPr/>
      <dgm:t>
        <a:bodyPr/>
        <a:lstStyle/>
        <a:p>
          <a:endParaRPr lang="en-US"/>
        </a:p>
      </dgm:t>
    </dgm:pt>
    <dgm:pt modelId="{6CBA7615-3A7C-4EC5-B834-3A37857976C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Study portal: shows the current task, scenario timer, response guide, and quick links.</a:t>
          </a:r>
        </a:p>
      </dgm:t>
    </dgm:pt>
    <dgm:pt modelId="{DEF5BFAD-9E42-4842-B1C1-04ABB28280DE}" type="parTrans" cxnId="{7332B37C-5BCE-4117-B0CD-A75EC3A057BC}">
      <dgm:prSet/>
      <dgm:spPr/>
      <dgm:t>
        <a:bodyPr/>
        <a:lstStyle/>
        <a:p>
          <a:endParaRPr lang="en-US"/>
        </a:p>
      </dgm:t>
    </dgm:pt>
    <dgm:pt modelId="{E0600F34-8E1C-4F7F-BC60-B73A060DFBCA}" type="sibTrans" cxnId="{7332B37C-5BCE-4117-B0CD-A75EC3A057BC}">
      <dgm:prSet/>
      <dgm:spPr/>
      <dgm:t>
        <a:bodyPr/>
        <a:lstStyle/>
        <a:p>
          <a:endParaRPr lang="en-US"/>
        </a:p>
      </dgm:t>
    </dgm:pt>
    <dgm:pt modelId="{927281DF-B31B-485C-AC87-D33850D800D7}" type="pres">
      <dgm:prSet presAssocID="{927BCA7D-1507-408A-A101-F4ECC67E2C88}" presName="root" presStyleCnt="0">
        <dgm:presLayoutVars>
          <dgm:dir/>
          <dgm:resizeHandles val="exact"/>
        </dgm:presLayoutVars>
      </dgm:prSet>
      <dgm:spPr/>
    </dgm:pt>
    <dgm:pt modelId="{C8D26A66-1464-4147-BDD3-CA601A3740C2}" type="pres">
      <dgm:prSet presAssocID="{348D91B5-5B86-41D3-AAAE-F7C17AF47D33}" presName="compNode" presStyleCnt="0"/>
      <dgm:spPr/>
    </dgm:pt>
    <dgm:pt modelId="{849FF81E-7076-4C7D-A3A3-CF4D5C736873}" type="pres">
      <dgm:prSet presAssocID="{348D91B5-5B86-41D3-AAAE-F7C17AF47D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ABD605D-F84F-48CA-930B-55F0C7E36C9B}" type="pres">
      <dgm:prSet presAssocID="{348D91B5-5B86-41D3-AAAE-F7C17AF47D33}" presName="spaceRect" presStyleCnt="0"/>
      <dgm:spPr/>
    </dgm:pt>
    <dgm:pt modelId="{59AA6E5E-6E60-4348-8E6F-A114EB76E5DC}" type="pres">
      <dgm:prSet presAssocID="{348D91B5-5B86-41D3-AAAE-F7C17AF47D33}" presName="textRect" presStyleLbl="revTx" presStyleIdx="0" presStyleCnt="3">
        <dgm:presLayoutVars>
          <dgm:chMax val="1"/>
          <dgm:chPref val="1"/>
        </dgm:presLayoutVars>
      </dgm:prSet>
      <dgm:spPr/>
    </dgm:pt>
    <dgm:pt modelId="{683A00B5-5999-4D4C-A582-849261EE422D}" type="pres">
      <dgm:prSet presAssocID="{C7339B33-D4B4-4A44-9E37-1C2E5B0AD02C}" presName="sibTrans" presStyleCnt="0"/>
      <dgm:spPr/>
    </dgm:pt>
    <dgm:pt modelId="{F50D0454-1B1A-4062-BD91-67A697A561A1}" type="pres">
      <dgm:prSet presAssocID="{188090A6-0613-4BE3-806D-1921C6D6FCB8}" presName="compNode" presStyleCnt="0"/>
      <dgm:spPr/>
    </dgm:pt>
    <dgm:pt modelId="{0B337AF7-C493-4088-9760-BE8FE1AB3E85}" type="pres">
      <dgm:prSet presAssocID="{188090A6-0613-4BE3-806D-1921C6D6FCB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4ED8EF4-8814-4A5C-ABA5-DBCED55D40A5}" type="pres">
      <dgm:prSet presAssocID="{188090A6-0613-4BE3-806D-1921C6D6FCB8}" presName="spaceRect" presStyleCnt="0"/>
      <dgm:spPr/>
    </dgm:pt>
    <dgm:pt modelId="{03D7ACEC-6989-4A99-8454-7D028FC72578}" type="pres">
      <dgm:prSet presAssocID="{188090A6-0613-4BE3-806D-1921C6D6FCB8}" presName="textRect" presStyleLbl="revTx" presStyleIdx="1" presStyleCnt="3">
        <dgm:presLayoutVars>
          <dgm:chMax val="1"/>
          <dgm:chPref val="1"/>
        </dgm:presLayoutVars>
      </dgm:prSet>
      <dgm:spPr/>
    </dgm:pt>
    <dgm:pt modelId="{4FA3E6E4-7790-4348-9641-CCA0C0850EB9}" type="pres">
      <dgm:prSet presAssocID="{B94B6B6B-B0F3-4AD0-B60F-387E724037EA}" presName="sibTrans" presStyleCnt="0"/>
      <dgm:spPr/>
    </dgm:pt>
    <dgm:pt modelId="{27100850-5DE7-4AB5-B0EF-097D86A2FABB}" type="pres">
      <dgm:prSet presAssocID="{6CBA7615-3A7C-4EC5-B834-3A37857976C2}" presName="compNode" presStyleCnt="0"/>
      <dgm:spPr/>
    </dgm:pt>
    <dgm:pt modelId="{F1844511-EF28-47C1-8264-62C6B92F39FC}" type="pres">
      <dgm:prSet presAssocID="{6CBA7615-3A7C-4EC5-B834-3A37857976C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nk"/>
        </a:ext>
      </dgm:extLst>
    </dgm:pt>
    <dgm:pt modelId="{9C0BCEFD-25A9-43AB-A229-2B251EDC9961}" type="pres">
      <dgm:prSet presAssocID="{6CBA7615-3A7C-4EC5-B834-3A37857976C2}" presName="spaceRect" presStyleCnt="0"/>
      <dgm:spPr/>
    </dgm:pt>
    <dgm:pt modelId="{0AABC702-889D-48D3-B87C-DC3C971E59D0}" type="pres">
      <dgm:prSet presAssocID="{6CBA7615-3A7C-4EC5-B834-3A37857976C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6337B0E-FAE2-4F08-9CF4-0BC5AEFA4A7B}" type="presOf" srcId="{348D91B5-5B86-41D3-AAAE-F7C17AF47D33}" destId="{59AA6E5E-6E60-4348-8E6F-A114EB76E5DC}" srcOrd="0" destOrd="0" presId="urn:microsoft.com/office/officeart/2018/2/layout/IconLabelList"/>
    <dgm:cxn modelId="{4745BB14-3C24-454C-89A1-202B53506DFE}" type="presOf" srcId="{188090A6-0613-4BE3-806D-1921C6D6FCB8}" destId="{03D7ACEC-6989-4A99-8454-7D028FC72578}" srcOrd="0" destOrd="0" presId="urn:microsoft.com/office/officeart/2018/2/layout/IconLabelList"/>
    <dgm:cxn modelId="{3BC76650-A27F-4FDB-B827-7D1A428D90D6}" srcId="{927BCA7D-1507-408A-A101-F4ECC67E2C88}" destId="{188090A6-0613-4BE3-806D-1921C6D6FCB8}" srcOrd="1" destOrd="0" parTransId="{8D909FF9-CFBC-4CEC-9EE7-138FB02F7DBB}" sibTransId="{B94B6B6B-B0F3-4AD0-B60F-387E724037EA}"/>
    <dgm:cxn modelId="{7332B37C-5BCE-4117-B0CD-A75EC3A057BC}" srcId="{927BCA7D-1507-408A-A101-F4ECC67E2C88}" destId="{6CBA7615-3A7C-4EC5-B834-3A37857976C2}" srcOrd="2" destOrd="0" parTransId="{DEF5BFAD-9E42-4842-B1C1-04ABB28280DE}" sibTransId="{E0600F34-8E1C-4F7F-BC60-B73A060DFBCA}"/>
    <dgm:cxn modelId="{77B9E69C-5A6B-43CE-98D2-4A59D7470A2F}" srcId="{927BCA7D-1507-408A-A101-F4ECC67E2C88}" destId="{348D91B5-5B86-41D3-AAAE-F7C17AF47D33}" srcOrd="0" destOrd="0" parTransId="{7325BBD5-A8CF-46D3-B520-B0FEB403C80D}" sibTransId="{C7339B33-D4B4-4A44-9E37-1C2E5B0AD02C}"/>
    <dgm:cxn modelId="{C6258CBA-6861-4391-BA4F-C960FE13748D}" type="presOf" srcId="{927BCA7D-1507-408A-A101-F4ECC67E2C88}" destId="{927281DF-B31B-485C-AC87-D33850D800D7}" srcOrd="0" destOrd="0" presId="urn:microsoft.com/office/officeart/2018/2/layout/IconLabelList"/>
    <dgm:cxn modelId="{2BDEE6F7-2CB3-4F69-9EEF-1A2DFBB40A97}" type="presOf" srcId="{6CBA7615-3A7C-4EC5-B834-3A37857976C2}" destId="{0AABC702-889D-48D3-B87C-DC3C971E59D0}" srcOrd="0" destOrd="0" presId="urn:microsoft.com/office/officeart/2018/2/layout/IconLabelList"/>
    <dgm:cxn modelId="{F236FCC4-E2F7-4323-B518-FBB226C86406}" type="presParOf" srcId="{927281DF-B31B-485C-AC87-D33850D800D7}" destId="{C8D26A66-1464-4147-BDD3-CA601A3740C2}" srcOrd="0" destOrd="0" presId="urn:microsoft.com/office/officeart/2018/2/layout/IconLabelList"/>
    <dgm:cxn modelId="{90B7F5FC-0C58-4B18-A851-61BF6CBC7DE6}" type="presParOf" srcId="{C8D26A66-1464-4147-BDD3-CA601A3740C2}" destId="{849FF81E-7076-4C7D-A3A3-CF4D5C736873}" srcOrd="0" destOrd="0" presId="urn:microsoft.com/office/officeart/2018/2/layout/IconLabelList"/>
    <dgm:cxn modelId="{2757A149-B935-4902-BEE5-30A5FD91492A}" type="presParOf" srcId="{C8D26A66-1464-4147-BDD3-CA601A3740C2}" destId="{EABD605D-F84F-48CA-930B-55F0C7E36C9B}" srcOrd="1" destOrd="0" presId="urn:microsoft.com/office/officeart/2018/2/layout/IconLabelList"/>
    <dgm:cxn modelId="{50E55662-5838-4821-BADB-ED5D732BF141}" type="presParOf" srcId="{C8D26A66-1464-4147-BDD3-CA601A3740C2}" destId="{59AA6E5E-6E60-4348-8E6F-A114EB76E5DC}" srcOrd="2" destOrd="0" presId="urn:microsoft.com/office/officeart/2018/2/layout/IconLabelList"/>
    <dgm:cxn modelId="{A59A5C0A-6287-4F3A-B0C8-A32279905CA0}" type="presParOf" srcId="{927281DF-B31B-485C-AC87-D33850D800D7}" destId="{683A00B5-5999-4D4C-A582-849261EE422D}" srcOrd="1" destOrd="0" presId="urn:microsoft.com/office/officeart/2018/2/layout/IconLabelList"/>
    <dgm:cxn modelId="{F17108D4-D29F-42F4-B500-B95DA4181896}" type="presParOf" srcId="{927281DF-B31B-485C-AC87-D33850D800D7}" destId="{F50D0454-1B1A-4062-BD91-67A697A561A1}" srcOrd="2" destOrd="0" presId="urn:microsoft.com/office/officeart/2018/2/layout/IconLabelList"/>
    <dgm:cxn modelId="{AC392C55-F7EC-4478-A2ED-F12574AABB96}" type="presParOf" srcId="{F50D0454-1B1A-4062-BD91-67A697A561A1}" destId="{0B337AF7-C493-4088-9760-BE8FE1AB3E85}" srcOrd="0" destOrd="0" presId="urn:microsoft.com/office/officeart/2018/2/layout/IconLabelList"/>
    <dgm:cxn modelId="{017EA4A8-106E-4377-A46A-11BD96FB6FE2}" type="presParOf" srcId="{F50D0454-1B1A-4062-BD91-67A697A561A1}" destId="{34ED8EF4-8814-4A5C-ABA5-DBCED55D40A5}" srcOrd="1" destOrd="0" presId="urn:microsoft.com/office/officeart/2018/2/layout/IconLabelList"/>
    <dgm:cxn modelId="{0F6B1796-7732-4AFF-9590-E3BFA17078C0}" type="presParOf" srcId="{F50D0454-1B1A-4062-BD91-67A697A561A1}" destId="{03D7ACEC-6989-4A99-8454-7D028FC72578}" srcOrd="2" destOrd="0" presId="urn:microsoft.com/office/officeart/2018/2/layout/IconLabelList"/>
    <dgm:cxn modelId="{B8949388-3203-4367-A044-4E1465CC5B80}" type="presParOf" srcId="{927281DF-B31B-485C-AC87-D33850D800D7}" destId="{4FA3E6E4-7790-4348-9641-CCA0C0850EB9}" srcOrd="3" destOrd="0" presId="urn:microsoft.com/office/officeart/2018/2/layout/IconLabelList"/>
    <dgm:cxn modelId="{B1A05FEC-966A-4F16-87E0-80B17AA3D1B7}" type="presParOf" srcId="{927281DF-B31B-485C-AC87-D33850D800D7}" destId="{27100850-5DE7-4AB5-B0EF-097D86A2FABB}" srcOrd="4" destOrd="0" presId="urn:microsoft.com/office/officeart/2018/2/layout/IconLabelList"/>
    <dgm:cxn modelId="{FB86F41F-057F-478D-B37E-D3A8E90B9E68}" type="presParOf" srcId="{27100850-5DE7-4AB5-B0EF-097D86A2FABB}" destId="{F1844511-EF28-47C1-8264-62C6B92F39FC}" srcOrd="0" destOrd="0" presId="urn:microsoft.com/office/officeart/2018/2/layout/IconLabelList"/>
    <dgm:cxn modelId="{BD7ED554-A023-4957-AF1A-272626862D04}" type="presParOf" srcId="{27100850-5DE7-4AB5-B0EF-097D86A2FABB}" destId="{9C0BCEFD-25A9-43AB-A229-2B251EDC9961}" srcOrd="1" destOrd="0" presId="urn:microsoft.com/office/officeart/2018/2/layout/IconLabelList"/>
    <dgm:cxn modelId="{787126FA-009E-42C1-9DF3-BAFBA3419A3A}" type="presParOf" srcId="{27100850-5DE7-4AB5-B0EF-097D86A2FABB}" destId="{0AABC702-889D-48D3-B87C-DC3C971E59D0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32F1C4D-5FF0-46EA-88EC-A53E7CEDB67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FD4217D-94F5-452F-9D96-62B142D4D9E9}">
      <dgm:prSet/>
      <dgm:spPr/>
      <dgm:t>
        <a:bodyPr/>
        <a:lstStyle/>
        <a:p>
          <a:r>
            <a:rPr lang="en-US"/>
            <a:t>1. Identify the alert type and impacted host or user.</a:t>
          </a:r>
        </a:p>
      </dgm:t>
    </dgm:pt>
    <dgm:pt modelId="{E43293E2-017A-46DD-8B77-E1F022F620D0}" type="parTrans" cxnId="{21B99215-215D-4AB4-912F-F78146BB5E39}">
      <dgm:prSet/>
      <dgm:spPr/>
      <dgm:t>
        <a:bodyPr/>
        <a:lstStyle/>
        <a:p>
          <a:endParaRPr lang="en-US"/>
        </a:p>
      </dgm:t>
    </dgm:pt>
    <dgm:pt modelId="{69EAFD55-7A0A-4431-993E-EBCCE50CDA5B}" type="sibTrans" cxnId="{21B99215-215D-4AB4-912F-F78146BB5E39}">
      <dgm:prSet/>
      <dgm:spPr/>
      <dgm:t>
        <a:bodyPr/>
        <a:lstStyle/>
        <a:p>
          <a:endParaRPr lang="en-US"/>
        </a:p>
      </dgm:t>
    </dgm:pt>
    <dgm:pt modelId="{F1A0097E-B88A-4C59-8500-40A9FA9E9E5A}">
      <dgm:prSet/>
      <dgm:spPr/>
      <dgm:t>
        <a:bodyPr/>
        <a:lstStyle/>
        <a:p>
          <a:r>
            <a:rPr lang="en-US"/>
            <a:t>2. Scope via Discover pivots: examine relevant IPs, hashes, process IDs, and other key fields.</a:t>
          </a:r>
        </a:p>
      </dgm:t>
    </dgm:pt>
    <dgm:pt modelId="{9E9D33EC-8A85-4CD1-B1F3-20D7144B8C55}" type="parTrans" cxnId="{D67B1ADF-93A3-43C9-A4B4-79AADB324CCA}">
      <dgm:prSet/>
      <dgm:spPr/>
      <dgm:t>
        <a:bodyPr/>
        <a:lstStyle/>
        <a:p>
          <a:endParaRPr lang="en-US"/>
        </a:p>
      </dgm:t>
    </dgm:pt>
    <dgm:pt modelId="{4266968D-A8AD-4422-8D4F-27FA550676AD}" type="sibTrans" cxnId="{D67B1ADF-93A3-43C9-A4B4-79AADB324CCA}">
      <dgm:prSet/>
      <dgm:spPr/>
      <dgm:t>
        <a:bodyPr/>
        <a:lstStyle/>
        <a:p>
          <a:endParaRPr lang="en-US"/>
        </a:p>
      </dgm:t>
    </dgm:pt>
    <dgm:pt modelId="{523376FF-7CB5-4E6B-9D80-E6DEB8663BB0}">
      <dgm:prSet/>
      <dgm:spPr/>
      <dgm:t>
        <a:bodyPr/>
        <a:lstStyle/>
        <a:p>
          <a:r>
            <a:rPr lang="en-US"/>
            <a:t>3. Consider containment: note if host or account isolation might be warranted (logical containment).</a:t>
          </a:r>
        </a:p>
      </dgm:t>
    </dgm:pt>
    <dgm:pt modelId="{7A49A97C-3235-4784-8C99-FB4C9FF794F9}" type="parTrans" cxnId="{D188DAD6-8839-40C5-BB3B-F1EA406CDE1D}">
      <dgm:prSet/>
      <dgm:spPr/>
      <dgm:t>
        <a:bodyPr/>
        <a:lstStyle/>
        <a:p>
          <a:endParaRPr lang="en-US"/>
        </a:p>
      </dgm:t>
    </dgm:pt>
    <dgm:pt modelId="{448A1840-58EB-4ED8-AC15-1ADC6910F9E9}" type="sibTrans" cxnId="{D188DAD6-8839-40C5-BB3B-F1EA406CDE1D}">
      <dgm:prSet/>
      <dgm:spPr/>
      <dgm:t>
        <a:bodyPr/>
        <a:lstStyle/>
        <a:p>
          <a:endParaRPr lang="en-US"/>
        </a:p>
      </dgm:t>
    </dgm:pt>
    <dgm:pt modelId="{A245C9A6-05E3-4099-9B2F-BF5959908E5E}">
      <dgm:prSet/>
      <dgm:spPr/>
      <dgm:t>
        <a:bodyPr/>
        <a:lstStyle/>
        <a:p>
          <a:r>
            <a:rPr lang="en-US"/>
            <a:t>4. Diagnose the root-cause log entry or sequence that explains the alert.</a:t>
          </a:r>
        </a:p>
      </dgm:t>
    </dgm:pt>
    <dgm:pt modelId="{FB71E31E-671A-41CA-B76E-5BFE6D2A2D24}" type="parTrans" cxnId="{DB13B093-EAE4-42F0-A352-4F5CC705EB6D}">
      <dgm:prSet/>
      <dgm:spPr/>
      <dgm:t>
        <a:bodyPr/>
        <a:lstStyle/>
        <a:p>
          <a:endParaRPr lang="en-US"/>
        </a:p>
      </dgm:t>
    </dgm:pt>
    <dgm:pt modelId="{E774B632-47D7-4CF6-9856-B44585724BC7}" type="sibTrans" cxnId="{DB13B093-EAE4-42F0-A352-4F5CC705EB6D}">
      <dgm:prSet/>
      <dgm:spPr/>
      <dgm:t>
        <a:bodyPr/>
        <a:lstStyle/>
        <a:p>
          <a:endParaRPr lang="en-US"/>
        </a:p>
      </dgm:t>
    </dgm:pt>
    <dgm:pt modelId="{4978A8B1-5D11-422D-92CE-31F42303E2DB}">
      <dgm:prSet/>
      <dgm:spPr/>
      <dgm:t>
        <a:bodyPr/>
        <a:lstStyle/>
        <a:p>
          <a:r>
            <a:rPr lang="en-US"/>
            <a:t>5. Document key evidence in</a:t>
          </a:r>
          <a:r>
            <a:rPr lang="en-IN"/>
            <a:t> the ticket</a:t>
          </a:r>
          <a:r>
            <a:rPr lang="en-US"/>
            <a:t> as clear bullet points: what you found and why it matters.</a:t>
          </a:r>
        </a:p>
      </dgm:t>
    </dgm:pt>
    <dgm:pt modelId="{F6E3DDB8-78F7-4A05-AA8B-D63FBFF5CB3D}" type="parTrans" cxnId="{0BCD0472-DE09-4743-9E65-DBC89DC52035}">
      <dgm:prSet/>
      <dgm:spPr/>
      <dgm:t>
        <a:bodyPr/>
        <a:lstStyle/>
        <a:p>
          <a:endParaRPr lang="en-US"/>
        </a:p>
      </dgm:t>
    </dgm:pt>
    <dgm:pt modelId="{DD8391A4-D443-4EA6-A39B-5B3ED763DF21}" type="sibTrans" cxnId="{0BCD0472-DE09-4743-9E65-DBC89DC52035}">
      <dgm:prSet/>
      <dgm:spPr/>
      <dgm:t>
        <a:bodyPr/>
        <a:lstStyle/>
        <a:p>
          <a:endParaRPr lang="en-US"/>
        </a:p>
      </dgm:t>
    </dgm:pt>
    <dgm:pt modelId="{7FBD2F72-1FC6-4716-A147-21080EC352E8}">
      <dgm:prSet/>
      <dgm:spPr/>
      <dgm:t>
        <a:bodyPr/>
        <a:lstStyle/>
        <a:p>
          <a:r>
            <a:rPr lang="en-US"/>
            <a:t>6. Resolve confidently and update the ticket with your conclusion.</a:t>
          </a:r>
        </a:p>
      </dgm:t>
    </dgm:pt>
    <dgm:pt modelId="{6CBFED01-E7CA-4D87-BE18-B5E7A61C53D5}" type="parTrans" cxnId="{3E8AA85A-AE19-445B-80D2-3173BD82C4FC}">
      <dgm:prSet/>
      <dgm:spPr/>
      <dgm:t>
        <a:bodyPr/>
        <a:lstStyle/>
        <a:p>
          <a:endParaRPr lang="en-US"/>
        </a:p>
      </dgm:t>
    </dgm:pt>
    <dgm:pt modelId="{5D745CC6-C058-4D61-AF93-71E0377F1FB6}" type="sibTrans" cxnId="{3E8AA85A-AE19-445B-80D2-3173BD82C4FC}">
      <dgm:prSet/>
      <dgm:spPr/>
      <dgm:t>
        <a:bodyPr/>
        <a:lstStyle/>
        <a:p>
          <a:endParaRPr lang="en-US"/>
        </a:p>
      </dgm:t>
    </dgm:pt>
    <dgm:pt modelId="{95718906-76CE-4C03-A4C7-78883A7854BA}" type="pres">
      <dgm:prSet presAssocID="{C32F1C4D-5FF0-46EA-88EC-A53E7CEDB67B}" presName="root" presStyleCnt="0">
        <dgm:presLayoutVars>
          <dgm:dir/>
          <dgm:resizeHandles val="exact"/>
        </dgm:presLayoutVars>
      </dgm:prSet>
      <dgm:spPr/>
    </dgm:pt>
    <dgm:pt modelId="{CE2DEECD-BC5F-4FD2-A37E-4D9241880FD3}" type="pres">
      <dgm:prSet presAssocID="{5FD4217D-94F5-452F-9D96-62B142D4D9E9}" presName="compNode" presStyleCnt="0"/>
      <dgm:spPr/>
    </dgm:pt>
    <dgm:pt modelId="{62D3B6B7-B9D8-42AE-886E-EE3B0F32BE5D}" type="pres">
      <dgm:prSet presAssocID="{5FD4217D-94F5-452F-9D96-62B142D4D9E9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rget Audience"/>
        </a:ext>
      </dgm:extLst>
    </dgm:pt>
    <dgm:pt modelId="{2E35638C-7A41-441E-B187-588E6031A420}" type="pres">
      <dgm:prSet presAssocID="{5FD4217D-94F5-452F-9D96-62B142D4D9E9}" presName="spaceRect" presStyleCnt="0"/>
      <dgm:spPr/>
    </dgm:pt>
    <dgm:pt modelId="{F5D3A708-D0C4-4A85-9496-9E3301843B71}" type="pres">
      <dgm:prSet presAssocID="{5FD4217D-94F5-452F-9D96-62B142D4D9E9}" presName="textRect" presStyleLbl="revTx" presStyleIdx="0" presStyleCnt="6">
        <dgm:presLayoutVars>
          <dgm:chMax val="1"/>
          <dgm:chPref val="1"/>
        </dgm:presLayoutVars>
      </dgm:prSet>
      <dgm:spPr/>
    </dgm:pt>
    <dgm:pt modelId="{5487B77C-7E92-4552-97C1-80CD237D7708}" type="pres">
      <dgm:prSet presAssocID="{69EAFD55-7A0A-4431-993E-EBCCE50CDA5B}" presName="sibTrans" presStyleCnt="0"/>
      <dgm:spPr/>
    </dgm:pt>
    <dgm:pt modelId="{C8146384-BE7F-4BC2-A9F7-C93323DB368E}" type="pres">
      <dgm:prSet presAssocID="{F1A0097E-B88A-4C59-8500-40A9FA9E9E5A}" presName="compNode" presStyleCnt="0"/>
      <dgm:spPr/>
    </dgm:pt>
    <dgm:pt modelId="{F94BFEE4-8790-4FAD-90A0-C97A7E5E6B5E}" type="pres">
      <dgm:prSet presAssocID="{F1A0097E-B88A-4C59-8500-40A9FA9E9E5A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B2CBB671-536E-400F-8D7C-8D852D58CCFA}" type="pres">
      <dgm:prSet presAssocID="{F1A0097E-B88A-4C59-8500-40A9FA9E9E5A}" presName="spaceRect" presStyleCnt="0"/>
      <dgm:spPr/>
    </dgm:pt>
    <dgm:pt modelId="{E7E4B949-205C-423F-847D-1CEF63F7CE06}" type="pres">
      <dgm:prSet presAssocID="{F1A0097E-B88A-4C59-8500-40A9FA9E9E5A}" presName="textRect" presStyleLbl="revTx" presStyleIdx="1" presStyleCnt="6">
        <dgm:presLayoutVars>
          <dgm:chMax val="1"/>
          <dgm:chPref val="1"/>
        </dgm:presLayoutVars>
      </dgm:prSet>
      <dgm:spPr/>
    </dgm:pt>
    <dgm:pt modelId="{E794E0BE-0B62-4376-9F35-88B3F22B055A}" type="pres">
      <dgm:prSet presAssocID="{4266968D-A8AD-4422-8D4F-27FA550676AD}" presName="sibTrans" presStyleCnt="0"/>
      <dgm:spPr/>
    </dgm:pt>
    <dgm:pt modelId="{2F834DF8-9B28-442F-BD1F-18FD8DF9C488}" type="pres">
      <dgm:prSet presAssocID="{523376FF-7CB5-4E6B-9D80-E6DEB8663BB0}" presName="compNode" presStyleCnt="0"/>
      <dgm:spPr/>
    </dgm:pt>
    <dgm:pt modelId="{875A284A-29BE-405B-A6C4-D2909563CE13}" type="pres">
      <dgm:prSet presAssocID="{523376FF-7CB5-4E6B-9D80-E6DEB8663BB0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091A0176-205D-4C4C-A07C-C593E8CEA74B}" type="pres">
      <dgm:prSet presAssocID="{523376FF-7CB5-4E6B-9D80-E6DEB8663BB0}" presName="spaceRect" presStyleCnt="0"/>
      <dgm:spPr/>
    </dgm:pt>
    <dgm:pt modelId="{F58314FD-BD13-4A01-9C84-73C0A756B17C}" type="pres">
      <dgm:prSet presAssocID="{523376FF-7CB5-4E6B-9D80-E6DEB8663BB0}" presName="textRect" presStyleLbl="revTx" presStyleIdx="2" presStyleCnt="6">
        <dgm:presLayoutVars>
          <dgm:chMax val="1"/>
          <dgm:chPref val="1"/>
        </dgm:presLayoutVars>
      </dgm:prSet>
      <dgm:spPr/>
    </dgm:pt>
    <dgm:pt modelId="{5B4D8DC1-92E0-42A5-BDE6-6D298FE83554}" type="pres">
      <dgm:prSet presAssocID="{448A1840-58EB-4ED8-AC15-1ADC6910F9E9}" presName="sibTrans" presStyleCnt="0"/>
      <dgm:spPr/>
    </dgm:pt>
    <dgm:pt modelId="{E9D758E0-74CB-46DE-BA55-301A036F30FE}" type="pres">
      <dgm:prSet presAssocID="{A245C9A6-05E3-4099-9B2F-BF5959908E5E}" presName="compNode" presStyleCnt="0"/>
      <dgm:spPr/>
    </dgm:pt>
    <dgm:pt modelId="{A4DFA58D-C694-427C-82AF-A96267A18AED}" type="pres">
      <dgm:prSet presAssocID="{A245C9A6-05E3-4099-9B2F-BF5959908E5E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ll"/>
        </a:ext>
      </dgm:extLst>
    </dgm:pt>
    <dgm:pt modelId="{C83E8239-CED9-483C-BDDE-556A802624BF}" type="pres">
      <dgm:prSet presAssocID="{A245C9A6-05E3-4099-9B2F-BF5959908E5E}" presName="spaceRect" presStyleCnt="0"/>
      <dgm:spPr/>
    </dgm:pt>
    <dgm:pt modelId="{A3935EA3-3703-41A2-8FCE-425CDADBEC45}" type="pres">
      <dgm:prSet presAssocID="{A245C9A6-05E3-4099-9B2F-BF5959908E5E}" presName="textRect" presStyleLbl="revTx" presStyleIdx="3" presStyleCnt="6">
        <dgm:presLayoutVars>
          <dgm:chMax val="1"/>
          <dgm:chPref val="1"/>
        </dgm:presLayoutVars>
      </dgm:prSet>
      <dgm:spPr/>
    </dgm:pt>
    <dgm:pt modelId="{DAA8F8AC-B445-4D63-91DE-2F882653D822}" type="pres">
      <dgm:prSet presAssocID="{E774B632-47D7-4CF6-9856-B44585724BC7}" presName="sibTrans" presStyleCnt="0"/>
      <dgm:spPr/>
    </dgm:pt>
    <dgm:pt modelId="{93409572-A153-4BE0-97A7-4FA7682C31E2}" type="pres">
      <dgm:prSet presAssocID="{4978A8B1-5D11-422D-92CE-31F42303E2DB}" presName="compNode" presStyleCnt="0"/>
      <dgm:spPr/>
    </dgm:pt>
    <dgm:pt modelId="{E3AE3686-5761-4188-AA2E-F9A1294567B2}" type="pres">
      <dgm:prSet presAssocID="{4978A8B1-5D11-422D-92CE-31F42303E2DB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Quotation Mark"/>
        </a:ext>
      </dgm:extLst>
    </dgm:pt>
    <dgm:pt modelId="{52EEA72E-C2A7-47E0-A37E-71BB313842A2}" type="pres">
      <dgm:prSet presAssocID="{4978A8B1-5D11-422D-92CE-31F42303E2DB}" presName="spaceRect" presStyleCnt="0"/>
      <dgm:spPr/>
    </dgm:pt>
    <dgm:pt modelId="{5DC84283-D1B4-45E2-99C0-6FBABB9CDF2A}" type="pres">
      <dgm:prSet presAssocID="{4978A8B1-5D11-422D-92CE-31F42303E2DB}" presName="textRect" presStyleLbl="revTx" presStyleIdx="4" presStyleCnt="6">
        <dgm:presLayoutVars>
          <dgm:chMax val="1"/>
          <dgm:chPref val="1"/>
        </dgm:presLayoutVars>
      </dgm:prSet>
      <dgm:spPr/>
    </dgm:pt>
    <dgm:pt modelId="{4C7E2D74-DB36-4A48-9E92-56B1A8ABA0FF}" type="pres">
      <dgm:prSet presAssocID="{DD8391A4-D443-4EA6-A39B-5B3ED763DF21}" presName="sibTrans" presStyleCnt="0"/>
      <dgm:spPr/>
    </dgm:pt>
    <dgm:pt modelId="{2F16D4A1-A209-4E4F-A959-2F2EEF1E0E7B}" type="pres">
      <dgm:prSet presAssocID="{7FBD2F72-1FC6-4716-A147-21080EC352E8}" presName="compNode" presStyleCnt="0"/>
      <dgm:spPr/>
    </dgm:pt>
    <dgm:pt modelId="{AFAFDFE8-A79B-4596-BBF0-688E00A39A8F}" type="pres">
      <dgm:prSet presAssocID="{7FBD2F72-1FC6-4716-A147-21080EC352E8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gnal"/>
        </a:ext>
      </dgm:extLst>
    </dgm:pt>
    <dgm:pt modelId="{4EDEA006-06A3-447F-B2F2-46809E4CE7A9}" type="pres">
      <dgm:prSet presAssocID="{7FBD2F72-1FC6-4716-A147-21080EC352E8}" presName="spaceRect" presStyleCnt="0"/>
      <dgm:spPr/>
    </dgm:pt>
    <dgm:pt modelId="{E792A771-8177-44F2-8C58-9D61DA1CDCFE}" type="pres">
      <dgm:prSet presAssocID="{7FBD2F72-1FC6-4716-A147-21080EC352E8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DC36FC0F-F514-43E9-A8FF-3DC9EB2E7605}" type="presOf" srcId="{7FBD2F72-1FC6-4716-A147-21080EC352E8}" destId="{E792A771-8177-44F2-8C58-9D61DA1CDCFE}" srcOrd="0" destOrd="0" presId="urn:microsoft.com/office/officeart/2018/2/layout/IconLabelList"/>
    <dgm:cxn modelId="{21B99215-215D-4AB4-912F-F78146BB5E39}" srcId="{C32F1C4D-5FF0-46EA-88EC-A53E7CEDB67B}" destId="{5FD4217D-94F5-452F-9D96-62B142D4D9E9}" srcOrd="0" destOrd="0" parTransId="{E43293E2-017A-46DD-8B77-E1F022F620D0}" sibTransId="{69EAFD55-7A0A-4431-993E-EBCCE50CDA5B}"/>
    <dgm:cxn modelId="{3E8AA85A-AE19-445B-80D2-3173BD82C4FC}" srcId="{C32F1C4D-5FF0-46EA-88EC-A53E7CEDB67B}" destId="{7FBD2F72-1FC6-4716-A147-21080EC352E8}" srcOrd="5" destOrd="0" parTransId="{6CBFED01-E7CA-4D87-BE18-B5E7A61C53D5}" sibTransId="{5D745CC6-C058-4D61-AF93-71E0377F1FB6}"/>
    <dgm:cxn modelId="{EF44B765-2669-4E0F-B83A-E0B57DBFDED3}" type="presOf" srcId="{4978A8B1-5D11-422D-92CE-31F42303E2DB}" destId="{5DC84283-D1B4-45E2-99C0-6FBABB9CDF2A}" srcOrd="0" destOrd="0" presId="urn:microsoft.com/office/officeart/2018/2/layout/IconLabelList"/>
    <dgm:cxn modelId="{0BCD0472-DE09-4743-9E65-DBC89DC52035}" srcId="{C32F1C4D-5FF0-46EA-88EC-A53E7CEDB67B}" destId="{4978A8B1-5D11-422D-92CE-31F42303E2DB}" srcOrd="4" destOrd="0" parTransId="{F6E3DDB8-78F7-4A05-AA8B-D63FBFF5CB3D}" sibTransId="{DD8391A4-D443-4EA6-A39B-5B3ED763DF21}"/>
    <dgm:cxn modelId="{DB13B093-EAE4-42F0-A352-4F5CC705EB6D}" srcId="{C32F1C4D-5FF0-46EA-88EC-A53E7CEDB67B}" destId="{A245C9A6-05E3-4099-9B2F-BF5959908E5E}" srcOrd="3" destOrd="0" parTransId="{FB71E31E-671A-41CA-B76E-5BFE6D2A2D24}" sibTransId="{E774B632-47D7-4CF6-9856-B44585724BC7}"/>
    <dgm:cxn modelId="{6A632495-3DF4-4345-80DA-B2C7AD49FC61}" type="presOf" srcId="{523376FF-7CB5-4E6B-9D80-E6DEB8663BB0}" destId="{F58314FD-BD13-4A01-9C84-73C0A756B17C}" srcOrd="0" destOrd="0" presId="urn:microsoft.com/office/officeart/2018/2/layout/IconLabelList"/>
    <dgm:cxn modelId="{5ECFB098-5DAE-4BD6-86B7-C019D19EDC2B}" type="presOf" srcId="{C32F1C4D-5FF0-46EA-88EC-A53E7CEDB67B}" destId="{95718906-76CE-4C03-A4C7-78883A7854BA}" srcOrd="0" destOrd="0" presId="urn:microsoft.com/office/officeart/2018/2/layout/IconLabelList"/>
    <dgm:cxn modelId="{D8ED4BA3-E0F1-4B29-8029-3E73C5AF0789}" type="presOf" srcId="{F1A0097E-B88A-4C59-8500-40A9FA9E9E5A}" destId="{E7E4B949-205C-423F-847D-1CEF63F7CE06}" srcOrd="0" destOrd="0" presId="urn:microsoft.com/office/officeart/2018/2/layout/IconLabelList"/>
    <dgm:cxn modelId="{348016B2-77CB-4C5F-84DF-C94CBE2B7A9D}" type="presOf" srcId="{A245C9A6-05E3-4099-9B2F-BF5959908E5E}" destId="{A3935EA3-3703-41A2-8FCE-425CDADBEC45}" srcOrd="0" destOrd="0" presId="urn:microsoft.com/office/officeart/2018/2/layout/IconLabelList"/>
    <dgm:cxn modelId="{D188DAD6-8839-40C5-BB3B-F1EA406CDE1D}" srcId="{C32F1C4D-5FF0-46EA-88EC-A53E7CEDB67B}" destId="{523376FF-7CB5-4E6B-9D80-E6DEB8663BB0}" srcOrd="2" destOrd="0" parTransId="{7A49A97C-3235-4784-8C99-FB4C9FF794F9}" sibTransId="{448A1840-58EB-4ED8-AC15-1ADC6910F9E9}"/>
    <dgm:cxn modelId="{D67B1ADF-93A3-43C9-A4B4-79AADB324CCA}" srcId="{C32F1C4D-5FF0-46EA-88EC-A53E7CEDB67B}" destId="{F1A0097E-B88A-4C59-8500-40A9FA9E9E5A}" srcOrd="1" destOrd="0" parTransId="{9E9D33EC-8A85-4CD1-B1F3-20D7144B8C55}" sibTransId="{4266968D-A8AD-4422-8D4F-27FA550676AD}"/>
    <dgm:cxn modelId="{D50F3CED-FFAD-42FE-90CC-A1CFCA68DAF5}" type="presOf" srcId="{5FD4217D-94F5-452F-9D96-62B142D4D9E9}" destId="{F5D3A708-D0C4-4A85-9496-9E3301843B71}" srcOrd="0" destOrd="0" presId="urn:microsoft.com/office/officeart/2018/2/layout/IconLabelList"/>
    <dgm:cxn modelId="{C3F22F2A-7059-458C-A658-97991B04BE77}" type="presParOf" srcId="{95718906-76CE-4C03-A4C7-78883A7854BA}" destId="{CE2DEECD-BC5F-4FD2-A37E-4D9241880FD3}" srcOrd="0" destOrd="0" presId="urn:microsoft.com/office/officeart/2018/2/layout/IconLabelList"/>
    <dgm:cxn modelId="{5AAD5388-F3F0-4612-B82D-386CFFC3961F}" type="presParOf" srcId="{CE2DEECD-BC5F-4FD2-A37E-4D9241880FD3}" destId="{62D3B6B7-B9D8-42AE-886E-EE3B0F32BE5D}" srcOrd="0" destOrd="0" presId="urn:microsoft.com/office/officeart/2018/2/layout/IconLabelList"/>
    <dgm:cxn modelId="{D14EA885-27D9-4CC6-B6ED-904A69365C3F}" type="presParOf" srcId="{CE2DEECD-BC5F-4FD2-A37E-4D9241880FD3}" destId="{2E35638C-7A41-441E-B187-588E6031A420}" srcOrd="1" destOrd="0" presId="urn:microsoft.com/office/officeart/2018/2/layout/IconLabelList"/>
    <dgm:cxn modelId="{E147A6DB-6BF0-4604-9F27-E22CD5E1B3A4}" type="presParOf" srcId="{CE2DEECD-BC5F-4FD2-A37E-4D9241880FD3}" destId="{F5D3A708-D0C4-4A85-9496-9E3301843B71}" srcOrd="2" destOrd="0" presId="urn:microsoft.com/office/officeart/2018/2/layout/IconLabelList"/>
    <dgm:cxn modelId="{C858DABF-7485-494C-B0DA-82FF666A8C49}" type="presParOf" srcId="{95718906-76CE-4C03-A4C7-78883A7854BA}" destId="{5487B77C-7E92-4552-97C1-80CD237D7708}" srcOrd="1" destOrd="0" presId="urn:microsoft.com/office/officeart/2018/2/layout/IconLabelList"/>
    <dgm:cxn modelId="{9F7F53C5-A3EE-4497-95A0-0DA9FC745F3A}" type="presParOf" srcId="{95718906-76CE-4C03-A4C7-78883A7854BA}" destId="{C8146384-BE7F-4BC2-A9F7-C93323DB368E}" srcOrd="2" destOrd="0" presId="urn:microsoft.com/office/officeart/2018/2/layout/IconLabelList"/>
    <dgm:cxn modelId="{5C44BA33-59AF-4E22-BEBB-B16A95237E25}" type="presParOf" srcId="{C8146384-BE7F-4BC2-A9F7-C93323DB368E}" destId="{F94BFEE4-8790-4FAD-90A0-C97A7E5E6B5E}" srcOrd="0" destOrd="0" presId="urn:microsoft.com/office/officeart/2018/2/layout/IconLabelList"/>
    <dgm:cxn modelId="{217CE18A-DFE8-45BC-80A6-7E17C107FC1A}" type="presParOf" srcId="{C8146384-BE7F-4BC2-A9F7-C93323DB368E}" destId="{B2CBB671-536E-400F-8D7C-8D852D58CCFA}" srcOrd="1" destOrd="0" presId="urn:microsoft.com/office/officeart/2018/2/layout/IconLabelList"/>
    <dgm:cxn modelId="{F919F2F4-2EEB-4D0F-9339-E2CB4DCDAD1F}" type="presParOf" srcId="{C8146384-BE7F-4BC2-A9F7-C93323DB368E}" destId="{E7E4B949-205C-423F-847D-1CEF63F7CE06}" srcOrd="2" destOrd="0" presId="urn:microsoft.com/office/officeart/2018/2/layout/IconLabelList"/>
    <dgm:cxn modelId="{A698C12B-FFDD-4DC2-8D9B-93DA43EC8BA1}" type="presParOf" srcId="{95718906-76CE-4C03-A4C7-78883A7854BA}" destId="{E794E0BE-0B62-4376-9F35-88B3F22B055A}" srcOrd="3" destOrd="0" presId="urn:microsoft.com/office/officeart/2018/2/layout/IconLabelList"/>
    <dgm:cxn modelId="{47978420-0F7E-4C06-AD7A-F9855180599B}" type="presParOf" srcId="{95718906-76CE-4C03-A4C7-78883A7854BA}" destId="{2F834DF8-9B28-442F-BD1F-18FD8DF9C488}" srcOrd="4" destOrd="0" presId="urn:microsoft.com/office/officeart/2018/2/layout/IconLabelList"/>
    <dgm:cxn modelId="{9BEFF293-3379-4375-9251-27CA50A58A70}" type="presParOf" srcId="{2F834DF8-9B28-442F-BD1F-18FD8DF9C488}" destId="{875A284A-29BE-405B-A6C4-D2909563CE13}" srcOrd="0" destOrd="0" presId="urn:microsoft.com/office/officeart/2018/2/layout/IconLabelList"/>
    <dgm:cxn modelId="{D6F77391-0EF1-492A-ACAE-F1AE7C41C418}" type="presParOf" srcId="{2F834DF8-9B28-442F-BD1F-18FD8DF9C488}" destId="{091A0176-205D-4C4C-A07C-C593E8CEA74B}" srcOrd="1" destOrd="0" presId="urn:microsoft.com/office/officeart/2018/2/layout/IconLabelList"/>
    <dgm:cxn modelId="{2C369AC2-1053-4B6D-8427-3426260D4BAA}" type="presParOf" srcId="{2F834DF8-9B28-442F-BD1F-18FD8DF9C488}" destId="{F58314FD-BD13-4A01-9C84-73C0A756B17C}" srcOrd="2" destOrd="0" presId="urn:microsoft.com/office/officeart/2018/2/layout/IconLabelList"/>
    <dgm:cxn modelId="{7D92E3A9-160D-4B04-B0AB-C5D688B7B923}" type="presParOf" srcId="{95718906-76CE-4C03-A4C7-78883A7854BA}" destId="{5B4D8DC1-92E0-42A5-BDE6-6D298FE83554}" srcOrd="5" destOrd="0" presId="urn:microsoft.com/office/officeart/2018/2/layout/IconLabelList"/>
    <dgm:cxn modelId="{357EC840-CC38-4173-87F7-4720B83EF7E5}" type="presParOf" srcId="{95718906-76CE-4C03-A4C7-78883A7854BA}" destId="{E9D758E0-74CB-46DE-BA55-301A036F30FE}" srcOrd="6" destOrd="0" presId="urn:microsoft.com/office/officeart/2018/2/layout/IconLabelList"/>
    <dgm:cxn modelId="{62CD543E-C847-4938-9F24-163FE620F815}" type="presParOf" srcId="{E9D758E0-74CB-46DE-BA55-301A036F30FE}" destId="{A4DFA58D-C694-427C-82AF-A96267A18AED}" srcOrd="0" destOrd="0" presId="urn:microsoft.com/office/officeart/2018/2/layout/IconLabelList"/>
    <dgm:cxn modelId="{A53E9B8A-4BFA-4CDA-BC25-505B557F9918}" type="presParOf" srcId="{E9D758E0-74CB-46DE-BA55-301A036F30FE}" destId="{C83E8239-CED9-483C-BDDE-556A802624BF}" srcOrd="1" destOrd="0" presId="urn:microsoft.com/office/officeart/2018/2/layout/IconLabelList"/>
    <dgm:cxn modelId="{C9608A15-216E-4F5C-8F5D-39F27CB4CD2F}" type="presParOf" srcId="{E9D758E0-74CB-46DE-BA55-301A036F30FE}" destId="{A3935EA3-3703-41A2-8FCE-425CDADBEC45}" srcOrd="2" destOrd="0" presId="urn:microsoft.com/office/officeart/2018/2/layout/IconLabelList"/>
    <dgm:cxn modelId="{047217AA-D237-4266-9F97-210A9285FE0B}" type="presParOf" srcId="{95718906-76CE-4C03-A4C7-78883A7854BA}" destId="{DAA8F8AC-B445-4D63-91DE-2F882653D822}" srcOrd="7" destOrd="0" presId="urn:microsoft.com/office/officeart/2018/2/layout/IconLabelList"/>
    <dgm:cxn modelId="{403EE675-7D02-40C6-8AC1-BDFE09D50F3C}" type="presParOf" srcId="{95718906-76CE-4C03-A4C7-78883A7854BA}" destId="{93409572-A153-4BE0-97A7-4FA7682C31E2}" srcOrd="8" destOrd="0" presId="urn:microsoft.com/office/officeart/2018/2/layout/IconLabelList"/>
    <dgm:cxn modelId="{D5A510A3-3864-49F0-9CBB-8C82D74A1633}" type="presParOf" srcId="{93409572-A153-4BE0-97A7-4FA7682C31E2}" destId="{E3AE3686-5761-4188-AA2E-F9A1294567B2}" srcOrd="0" destOrd="0" presId="urn:microsoft.com/office/officeart/2018/2/layout/IconLabelList"/>
    <dgm:cxn modelId="{09FCA362-0076-4964-857E-B687A023D80A}" type="presParOf" srcId="{93409572-A153-4BE0-97A7-4FA7682C31E2}" destId="{52EEA72E-C2A7-47E0-A37E-71BB313842A2}" srcOrd="1" destOrd="0" presId="urn:microsoft.com/office/officeart/2018/2/layout/IconLabelList"/>
    <dgm:cxn modelId="{9EB9414C-8C03-45D8-8E79-8E7A1336C8E5}" type="presParOf" srcId="{93409572-A153-4BE0-97A7-4FA7682C31E2}" destId="{5DC84283-D1B4-45E2-99C0-6FBABB9CDF2A}" srcOrd="2" destOrd="0" presId="urn:microsoft.com/office/officeart/2018/2/layout/IconLabelList"/>
    <dgm:cxn modelId="{2184BEEC-A51C-4116-8F05-956F914E9E6D}" type="presParOf" srcId="{95718906-76CE-4C03-A4C7-78883A7854BA}" destId="{4C7E2D74-DB36-4A48-9E92-56B1A8ABA0FF}" srcOrd="9" destOrd="0" presId="urn:microsoft.com/office/officeart/2018/2/layout/IconLabelList"/>
    <dgm:cxn modelId="{04D29F13-F20C-4B9E-81A6-99F351B780FB}" type="presParOf" srcId="{95718906-76CE-4C03-A4C7-78883A7854BA}" destId="{2F16D4A1-A209-4E4F-A959-2F2EEF1E0E7B}" srcOrd="10" destOrd="0" presId="urn:microsoft.com/office/officeart/2018/2/layout/IconLabelList"/>
    <dgm:cxn modelId="{806DEA08-9748-474B-BAA5-45F499B68745}" type="presParOf" srcId="{2F16D4A1-A209-4E4F-A959-2F2EEF1E0E7B}" destId="{AFAFDFE8-A79B-4596-BBF0-688E00A39A8F}" srcOrd="0" destOrd="0" presId="urn:microsoft.com/office/officeart/2018/2/layout/IconLabelList"/>
    <dgm:cxn modelId="{B7697C8D-9C48-4BC9-A1EB-BD4D98F725AC}" type="presParOf" srcId="{2F16D4A1-A209-4E4F-A959-2F2EEF1E0E7B}" destId="{4EDEA006-06A3-447F-B2F2-46809E4CE7A9}" srcOrd="1" destOrd="0" presId="urn:microsoft.com/office/officeart/2018/2/layout/IconLabelList"/>
    <dgm:cxn modelId="{ECA6E58E-3BB6-4697-9299-1D01FE77F315}" type="presParOf" srcId="{2F16D4A1-A209-4E4F-A959-2F2EEF1E0E7B}" destId="{E792A771-8177-44F2-8C58-9D61DA1CDCF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CE5EB17-CEC1-4887-B642-3723CBE80A41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BD8D2B43-B06A-48D2-8C97-E5CDF1D83F5C}">
      <dgm:prSet/>
      <dgm:spPr/>
      <dgm:t>
        <a:bodyPr/>
        <a:lstStyle/>
        <a:p>
          <a:pPr>
            <a:defRPr cap="all"/>
          </a:pPr>
          <a:r>
            <a:rPr lang="en-US"/>
            <a:t>You may use OSINT platforms such as VirusTotal to enrich your analysis.</a:t>
          </a:r>
        </a:p>
      </dgm:t>
    </dgm:pt>
    <dgm:pt modelId="{494656B6-D573-4201-A660-88164268E8BF}" type="parTrans" cxnId="{AA7E54F3-3DE8-4D30-BC84-A5EB06C5163F}">
      <dgm:prSet/>
      <dgm:spPr/>
      <dgm:t>
        <a:bodyPr/>
        <a:lstStyle/>
        <a:p>
          <a:endParaRPr lang="en-US"/>
        </a:p>
      </dgm:t>
    </dgm:pt>
    <dgm:pt modelId="{FF49A488-0309-49EB-A50B-DFD973D2BA82}" type="sibTrans" cxnId="{AA7E54F3-3DE8-4D30-BC84-A5EB06C5163F}">
      <dgm:prSet/>
      <dgm:spPr/>
      <dgm:t>
        <a:bodyPr/>
        <a:lstStyle/>
        <a:p>
          <a:endParaRPr lang="en-US"/>
        </a:p>
      </dgm:t>
    </dgm:pt>
    <dgm:pt modelId="{72B4F95A-F0FE-4B68-BB73-7DBD7687E7A6}">
      <dgm:prSet/>
      <dgm:spPr/>
      <dgm:t>
        <a:bodyPr/>
        <a:lstStyle/>
        <a:p>
          <a:pPr>
            <a:defRPr cap="all"/>
          </a:pPr>
          <a:r>
            <a:rPr lang="en-US"/>
            <a:t>Examples: check file hashes, domain reputations, or IP reputation.</a:t>
          </a:r>
        </a:p>
      </dgm:t>
    </dgm:pt>
    <dgm:pt modelId="{11669F47-681D-47E2-845D-230D4F284BA9}" type="parTrans" cxnId="{66D8CBC0-745F-477A-BD00-0A93ADAAF523}">
      <dgm:prSet/>
      <dgm:spPr/>
      <dgm:t>
        <a:bodyPr/>
        <a:lstStyle/>
        <a:p>
          <a:endParaRPr lang="en-US"/>
        </a:p>
      </dgm:t>
    </dgm:pt>
    <dgm:pt modelId="{3246A0B8-0BE5-4481-A28E-031F3EE8F23E}" type="sibTrans" cxnId="{66D8CBC0-745F-477A-BD00-0A93ADAAF523}">
      <dgm:prSet/>
      <dgm:spPr/>
      <dgm:t>
        <a:bodyPr/>
        <a:lstStyle/>
        <a:p>
          <a:endParaRPr lang="en-US"/>
        </a:p>
      </dgm:t>
    </dgm:pt>
    <dgm:pt modelId="{215B8D84-57BE-4054-80DB-BD4E094F9014}">
      <dgm:prSet/>
      <dgm:spPr/>
      <dgm:t>
        <a:bodyPr/>
        <a:lstStyle/>
        <a:p>
          <a:pPr>
            <a:defRPr cap="all"/>
          </a:pPr>
          <a:r>
            <a:rPr lang="en-US"/>
            <a:t>This mirrors real triage practices in production SOC environments.</a:t>
          </a:r>
        </a:p>
      </dgm:t>
    </dgm:pt>
    <dgm:pt modelId="{50DFAE1C-BA9B-435F-8FF2-39CB1EDBAD96}" type="parTrans" cxnId="{F580C05B-8685-48C9-B694-25577D2F7171}">
      <dgm:prSet/>
      <dgm:spPr/>
      <dgm:t>
        <a:bodyPr/>
        <a:lstStyle/>
        <a:p>
          <a:endParaRPr lang="en-US"/>
        </a:p>
      </dgm:t>
    </dgm:pt>
    <dgm:pt modelId="{F6612C52-7C87-4002-9A7D-AD70FC9DF94E}" type="sibTrans" cxnId="{F580C05B-8685-48C9-B694-25577D2F7171}">
      <dgm:prSet/>
      <dgm:spPr/>
      <dgm:t>
        <a:bodyPr/>
        <a:lstStyle/>
        <a:p>
          <a:endParaRPr lang="en-US"/>
        </a:p>
      </dgm:t>
    </dgm:pt>
    <dgm:pt modelId="{2B7C3291-38D0-4435-9623-A1506B4DC1E1}">
      <dgm:prSet/>
      <dgm:spPr/>
      <dgm:t>
        <a:bodyPr/>
        <a:lstStyle/>
        <a:p>
          <a:pPr>
            <a:defRPr cap="all"/>
          </a:pPr>
          <a:r>
            <a:rPr lang="en-US"/>
            <a:t>Record any important OSINT findings in your ticket as supporting evidence.</a:t>
          </a:r>
        </a:p>
      </dgm:t>
    </dgm:pt>
    <dgm:pt modelId="{87DA3BD8-B563-48DD-84C7-E9DE91ADAE3B}" type="parTrans" cxnId="{1D27BE8B-A36A-4086-9920-2FE3CC183256}">
      <dgm:prSet/>
      <dgm:spPr/>
      <dgm:t>
        <a:bodyPr/>
        <a:lstStyle/>
        <a:p>
          <a:endParaRPr lang="en-US"/>
        </a:p>
      </dgm:t>
    </dgm:pt>
    <dgm:pt modelId="{1F218A16-4E56-4CAD-B036-701A65F4739E}" type="sibTrans" cxnId="{1D27BE8B-A36A-4086-9920-2FE3CC183256}">
      <dgm:prSet/>
      <dgm:spPr/>
      <dgm:t>
        <a:bodyPr/>
        <a:lstStyle/>
        <a:p>
          <a:endParaRPr lang="en-US"/>
        </a:p>
      </dgm:t>
    </dgm:pt>
    <dgm:pt modelId="{9A6E19C1-72CF-4B8E-A3A9-4E810BD0AB25}" type="pres">
      <dgm:prSet presAssocID="{3CE5EB17-CEC1-4887-B642-3723CBE80A41}" presName="root" presStyleCnt="0">
        <dgm:presLayoutVars>
          <dgm:dir/>
          <dgm:resizeHandles val="exact"/>
        </dgm:presLayoutVars>
      </dgm:prSet>
      <dgm:spPr/>
    </dgm:pt>
    <dgm:pt modelId="{F06DF2CF-B684-4612-815B-B615E30674BC}" type="pres">
      <dgm:prSet presAssocID="{BD8D2B43-B06A-48D2-8C97-E5CDF1D83F5C}" presName="compNode" presStyleCnt="0"/>
      <dgm:spPr/>
    </dgm:pt>
    <dgm:pt modelId="{2F1D38C6-7434-4661-8B03-0CD4E3C4E1E0}" type="pres">
      <dgm:prSet presAssocID="{BD8D2B43-B06A-48D2-8C97-E5CDF1D83F5C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20207F1-87E4-44A0-BB25-8C377A5E2B5F}" type="pres">
      <dgm:prSet presAssocID="{BD8D2B43-B06A-48D2-8C97-E5CDF1D83F5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6096C198-5748-4FBB-B05A-55754B89453D}" type="pres">
      <dgm:prSet presAssocID="{BD8D2B43-B06A-48D2-8C97-E5CDF1D83F5C}" presName="spaceRect" presStyleCnt="0"/>
      <dgm:spPr/>
    </dgm:pt>
    <dgm:pt modelId="{F80812C2-C217-4BF3-B305-D0405D64C20C}" type="pres">
      <dgm:prSet presAssocID="{BD8D2B43-B06A-48D2-8C97-E5CDF1D83F5C}" presName="textRect" presStyleLbl="revTx" presStyleIdx="0" presStyleCnt="4">
        <dgm:presLayoutVars>
          <dgm:chMax val="1"/>
          <dgm:chPref val="1"/>
        </dgm:presLayoutVars>
      </dgm:prSet>
      <dgm:spPr/>
    </dgm:pt>
    <dgm:pt modelId="{E847D42C-A956-454F-BE21-D2C179BB2F0E}" type="pres">
      <dgm:prSet presAssocID="{FF49A488-0309-49EB-A50B-DFD973D2BA82}" presName="sibTrans" presStyleCnt="0"/>
      <dgm:spPr/>
    </dgm:pt>
    <dgm:pt modelId="{BDE8F908-AA79-414C-9B74-1C2F24069B0F}" type="pres">
      <dgm:prSet presAssocID="{72B4F95A-F0FE-4B68-BB73-7DBD7687E7A6}" presName="compNode" presStyleCnt="0"/>
      <dgm:spPr/>
    </dgm:pt>
    <dgm:pt modelId="{58FCACAF-B4FA-4CF7-84F4-7808022A78AA}" type="pres">
      <dgm:prSet presAssocID="{72B4F95A-F0FE-4B68-BB73-7DBD7687E7A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8751EA0C-A9D4-4C8B-9AE9-27190871489D}" type="pres">
      <dgm:prSet presAssocID="{72B4F95A-F0FE-4B68-BB73-7DBD7687E7A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redder"/>
        </a:ext>
      </dgm:extLst>
    </dgm:pt>
    <dgm:pt modelId="{463F201B-834A-4ABC-B652-F360D1832CBB}" type="pres">
      <dgm:prSet presAssocID="{72B4F95A-F0FE-4B68-BB73-7DBD7687E7A6}" presName="spaceRect" presStyleCnt="0"/>
      <dgm:spPr/>
    </dgm:pt>
    <dgm:pt modelId="{5CC4A275-3A68-43C2-8F21-85376EBFB61C}" type="pres">
      <dgm:prSet presAssocID="{72B4F95A-F0FE-4B68-BB73-7DBD7687E7A6}" presName="textRect" presStyleLbl="revTx" presStyleIdx="1" presStyleCnt="4">
        <dgm:presLayoutVars>
          <dgm:chMax val="1"/>
          <dgm:chPref val="1"/>
        </dgm:presLayoutVars>
      </dgm:prSet>
      <dgm:spPr/>
    </dgm:pt>
    <dgm:pt modelId="{60C9C03E-A8D2-410B-B586-43A2D1A76FCA}" type="pres">
      <dgm:prSet presAssocID="{3246A0B8-0BE5-4481-A28E-031F3EE8F23E}" presName="sibTrans" presStyleCnt="0"/>
      <dgm:spPr/>
    </dgm:pt>
    <dgm:pt modelId="{623BA8A3-47FC-4C1B-A13C-0519AF01DB46}" type="pres">
      <dgm:prSet presAssocID="{215B8D84-57BE-4054-80DB-BD4E094F9014}" presName="compNode" presStyleCnt="0"/>
      <dgm:spPr/>
    </dgm:pt>
    <dgm:pt modelId="{DF91EC61-0F2C-414C-B0C3-0D12A966B96E}" type="pres">
      <dgm:prSet presAssocID="{215B8D84-57BE-4054-80DB-BD4E094F9014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3EB67BE4-47B5-4501-9373-CAE0B79EBC98}" type="pres">
      <dgm:prSet presAssocID="{215B8D84-57BE-4054-80DB-BD4E094F9014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E492EC26-64E8-4915-AB3C-1986692BE040}" type="pres">
      <dgm:prSet presAssocID="{215B8D84-57BE-4054-80DB-BD4E094F9014}" presName="spaceRect" presStyleCnt="0"/>
      <dgm:spPr/>
    </dgm:pt>
    <dgm:pt modelId="{A3F41A95-4C2F-4304-9022-A624039429DA}" type="pres">
      <dgm:prSet presAssocID="{215B8D84-57BE-4054-80DB-BD4E094F9014}" presName="textRect" presStyleLbl="revTx" presStyleIdx="2" presStyleCnt="4">
        <dgm:presLayoutVars>
          <dgm:chMax val="1"/>
          <dgm:chPref val="1"/>
        </dgm:presLayoutVars>
      </dgm:prSet>
      <dgm:spPr/>
    </dgm:pt>
    <dgm:pt modelId="{00AE36EF-9F4B-403C-AEE0-20BD89EB2F8C}" type="pres">
      <dgm:prSet presAssocID="{F6612C52-7C87-4002-9A7D-AD70FC9DF94E}" presName="sibTrans" presStyleCnt="0"/>
      <dgm:spPr/>
    </dgm:pt>
    <dgm:pt modelId="{C24BD5DC-D244-47AA-A377-B857D34C5174}" type="pres">
      <dgm:prSet presAssocID="{2B7C3291-38D0-4435-9623-A1506B4DC1E1}" presName="compNode" presStyleCnt="0"/>
      <dgm:spPr/>
    </dgm:pt>
    <dgm:pt modelId="{0D224CA6-24E5-4639-BB60-6AAACA8A5CA3}" type="pres">
      <dgm:prSet presAssocID="{2B7C3291-38D0-4435-9623-A1506B4DC1E1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1965447-44A8-4D58-B24E-1CF75A26ADB5}" type="pres">
      <dgm:prSet presAssocID="{2B7C3291-38D0-4435-9623-A1506B4DC1E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ipboard"/>
        </a:ext>
      </dgm:extLst>
    </dgm:pt>
    <dgm:pt modelId="{63FEA0E8-BC65-4450-93C6-F147CEB326AB}" type="pres">
      <dgm:prSet presAssocID="{2B7C3291-38D0-4435-9623-A1506B4DC1E1}" presName="spaceRect" presStyleCnt="0"/>
      <dgm:spPr/>
    </dgm:pt>
    <dgm:pt modelId="{50408520-0B85-4FBD-99C8-2D150995F9E8}" type="pres">
      <dgm:prSet presAssocID="{2B7C3291-38D0-4435-9623-A1506B4DC1E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5582502-8E38-45EE-9237-74F612A549CB}" type="presOf" srcId="{2B7C3291-38D0-4435-9623-A1506B4DC1E1}" destId="{50408520-0B85-4FBD-99C8-2D150995F9E8}" srcOrd="0" destOrd="0" presId="urn:microsoft.com/office/officeart/2018/5/layout/IconLeafLabelList"/>
    <dgm:cxn modelId="{33C0491C-FCBA-4B33-BED1-9E1AC5FD82A8}" type="presOf" srcId="{215B8D84-57BE-4054-80DB-BD4E094F9014}" destId="{A3F41A95-4C2F-4304-9022-A624039429DA}" srcOrd="0" destOrd="0" presId="urn:microsoft.com/office/officeart/2018/5/layout/IconLeafLabelList"/>
    <dgm:cxn modelId="{C08D9029-9236-485D-9599-FE4782AC6BD0}" type="presOf" srcId="{72B4F95A-F0FE-4B68-BB73-7DBD7687E7A6}" destId="{5CC4A275-3A68-43C2-8F21-85376EBFB61C}" srcOrd="0" destOrd="0" presId="urn:microsoft.com/office/officeart/2018/5/layout/IconLeafLabelList"/>
    <dgm:cxn modelId="{F580C05B-8685-48C9-B694-25577D2F7171}" srcId="{3CE5EB17-CEC1-4887-B642-3723CBE80A41}" destId="{215B8D84-57BE-4054-80DB-BD4E094F9014}" srcOrd="2" destOrd="0" parTransId="{50DFAE1C-BA9B-435F-8FF2-39CB1EDBAD96}" sibTransId="{F6612C52-7C87-4002-9A7D-AD70FC9DF94E}"/>
    <dgm:cxn modelId="{1D27BE8B-A36A-4086-9920-2FE3CC183256}" srcId="{3CE5EB17-CEC1-4887-B642-3723CBE80A41}" destId="{2B7C3291-38D0-4435-9623-A1506B4DC1E1}" srcOrd="3" destOrd="0" parTransId="{87DA3BD8-B563-48DD-84C7-E9DE91ADAE3B}" sibTransId="{1F218A16-4E56-4CAD-B036-701A65F4739E}"/>
    <dgm:cxn modelId="{66D8CBC0-745F-477A-BD00-0A93ADAAF523}" srcId="{3CE5EB17-CEC1-4887-B642-3723CBE80A41}" destId="{72B4F95A-F0FE-4B68-BB73-7DBD7687E7A6}" srcOrd="1" destOrd="0" parTransId="{11669F47-681D-47E2-845D-230D4F284BA9}" sibTransId="{3246A0B8-0BE5-4481-A28E-031F3EE8F23E}"/>
    <dgm:cxn modelId="{AA7E54F3-3DE8-4D30-BC84-A5EB06C5163F}" srcId="{3CE5EB17-CEC1-4887-B642-3723CBE80A41}" destId="{BD8D2B43-B06A-48D2-8C97-E5CDF1D83F5C}" srcOrd="0" destOrd="0" parTransId="{494656B6-D573-4201-A660-88164268E8BF}" sibTransId="{FF49A488-0309-49EB-A50B-DFD973D2BA82}"/>
    <dgm:cxn modelId="{0D6B64F5-F69E-4190-893D-FC5567031161}" type="presOf" srcId="{3CE5EB17-CEC1-4887-B642-3723CBE80A41}" destId="{9A6E19C1-72CF-4B8E-A3A9-4E810BD0AB25}" srcOrd="0" destOrd="0" presId="urn:microsoft.com/office/officeart/2018/5/layout/IconLeafLabelList"/>
    <dgm:cxn modelId="{4969E3FA-96C1-4117-BF93-EEA42EC03F33}" type="presOf" srcId="{BD8D2B43-B06A-48D2-8C97-E5CDF1D83F5C}" destId="{F80812C2-C217-4BF3-B305-D0405D64C20C}" srcOrd="0" destOrd="0" presId="urn:microsoft.com/office/officeart/2018/5/layout/IconLeafLabelList"/>
    <dgm:cxn modelId="{620EA81B-FD26-4DCC-839C-9D8CFA5242EF}" type="presParOf" srcId="{9A6E19C1-72CF-4B8E-A3A9-4E810BD0AB25}" destId="{F06DF2CF-B684-4612-815B-B615E30674BC}" srcOrd="0" destOrd="0" presId="urn:microsoft.com/office/officeart/2018/5/layout/IconLeafLabelList"/>
    <dgm:cxn modelId="{E5CAB0ED-F381-4983-B1D0-34920FE5B008}" type="presParOf" srcId="{F06DF2CF-B684-4612-815B-B615E30674BC}" destId="{2F1D38C6-7434-4661-8B03-0CD4E3C4E1E0}" srcOrd="0" destOrd="0" presId="urn:microsoft.com/office/officeart/2018/5/layout/IconLeafLabelList"/>
    <dgm:cxn modelId="{E5A60A31-66C6-4C03-B2A0-DB62C1D3AA69}" type="presParOf" srcId="{F06DF2CF-B684-4612-815B-B615E30674BC}" destId="{120207F1-87E4-44A0-BB25-8C377A5E2B5F}" srcOrd="1" destOrd="0" presId="urn:microsoft.com/office/officeart/2018/5/layout/IconLeafLabelList"/>
    <dgm:cxn modelId="{A6CE15AE-042B-4BA4-B129-EBFCDA72D4FE}" type="presParOf" srcId="{F06DF2CF-B684-4612-815B-B615E30674BC}" destId="{6096C198-5748-4FBB-B05A-55754B89453D}" srcOrd="2" destOrd="0" presId="urn:microsoft.com/office/officeart/2018/5/layout/IconLeafLabelList"/>
    <dgm:cxn modelId="{A04570FB-6B8F-40FC-B6DE-0C2F940EA0A8}" type="presParOf" srcId="{F06DF2CF-B684-4612-815B-B615E30674BC}" destId="{F80812C2-C217-4BF3-B305-D0405D64C20C}" srcOrd="3" destOrd="0" presId="urn:microsoft.com/office/officeart/2018/5/layout/IconLeafLabelList"/>
    <dgm:cxn modelId="{8A29B56A-5500-43C0-8B04-45F411FE2CAE}" type="presParOf" srcId="{9A6E19C1-72CF-4B8E-A3A9-4E810BD0AB25}" destId="{E847D42C-A956-454F-BE21-D2C179BB2F0E}" srcOrd="1" destOrd="0" presId="urn:microsoft.com/office/officeart/2018/5/layout/IconLeafLabelList"/>
    <dgm:cxn modelId="{75A9B9B3-61F7-4205-A604-E0CD2BA47E90}" type="presParOf" srcId="{9A6E19C1-72CF-4B8E-A3A9-4E810BD0AB25}" destId="{BDE8F908-AA79-414C-9B74-1C2F24069B0F}" srcOrd="2" destOrd="0" presId="urn:microsoft.com/office/officeart/2018/5/layout/IconLeafLabelList"/>
    <dgm:cxn modelId="{FF6FAA20-EFBC-4DE9-BE47-1394B95D9418}" type="presParOf" srcId="{BDE8F908-AA79-414C-9B74-1C2F24069B0F}" destId="{58FCACAF-B4FA-4CF7-84F4-7808022A78AA}" srcOrd="0" destOrd="0" presId="urn:microsoft.com/office/officeart/2018/5/layout/IconLeafLabelList"/>
    <dgm:cxn modelId="{4050F8EE-39DF-4664-AEA5-9A0924FA2374}" type="presParOf" srcId="{BDE8F908-AA79-414C-9B74-1C2F24069B0F}" destId="{8751EA0C-A9D4-4C8B-9AE9-27190871489D}" srcOrd="1" destOrd="0" presId="urn:microsoft.com/office/officeart/2018/5/layout/IconLeafLabelList"/>
    <dgm:cxn modelId="{2F7CC17F-E037-47EA-9D25-92BCD65E4122}" type="presParOf" srcId="{BDE8F908-AA79-414C-9B74-1C2F24069B0F}" destId="{463F201B-834A-4ABC-B652-F360D1832CBB}" srcOrd="2" destOrd="0" presId="urn:microsoft.com/office/officeart/2018/5/layout/IconLeafLabelList"/>
    <dgm:cxn modelId="{6C12E097-BFE3-43F7-89C3-BF5CAC5C57A6}" type="presParOf" srcId="{BDE8F908-AA79-414C-9B74-1C2F24069B0F}" destId="{5CC4A275-3A68-43C2-8F21-85376EBFB61C}" srcOrd="3" destOrd="0" presId="urn:microsoft.com/office/officeart/2018/5/layout/IconLeafLabelList"/>
    <dgm:cxn modelId="{C377BB51-0F6B-4AD3-A109-39EB91BE0BAC}" type="presParOf" srcId="{9A6E19C1-72CF-4B8E-A3A9-4E810BD0AB25}" destId="{60C9C03E-A8D2-410B-B586-43A2D1A76FCA}" srcOrd="3" destOrd="0" presId="urn:microsoft.com/office/officeart/2018/5/layout/IconLeafLabelList"/>
    <dgm:cxn modelId="{FCBF4051-89DA-410F-8EBE-1FC717BB8419}" type="presParOf" srcId="{9A6E19C1-72CF-4B8E-A3A9-4E810BD0AB25}" destId="{623BA8A3-47FC-4C1B-A13C-0519AF01DB46}" srcOrd="4" destOrd="0" presId="urn:microsoft.com/office/officeart/2018/5/layout/IconLeafLabelList"/>
    <dgm:cxn modelId="{30E9766A-FEE5-4F17-9583-E1B5CCCE3566}" type="presParOf" srcId="{623BA8A3-47FC-4C1B-A13C-0519AF01DB46}" destId="{DF91EC61-0F2C-414C-B0C3-0D12A966B96E}" srcOrd="0" destOrd="0" presId="urn:microsoft.com/office/officeart/2018/5/layout/IconLeafLabelList"/>
    <dgm:cxn modelId="{AA9F2B26-2641-4D67-B2D4-C54E21DDFBB3}" type="presParOf" srcId="{623BA8A3-47FC-4C1B-A13C-0519AF01DB46}" destId="{3EB67BE4-47B5-4501-9373-CAE0B79EBC98}" srcOrd="1" destOrd="0" presId="urn:microsoft.com/office/officeart/2018/5/layout/IconLeafLabelList"/>
    <dgm:cxn modelId="{C717587A-065C-4DF4-8D49-B568DA7435DD}" type="presParOf" srcId="{623BA8A3-47FC-4C1B-A13C-0519AF01DB46}" destId="{E492EC26-64E8-4915-AB3C-1986692BE040}" srcOrd="2" destOrd="0" presId="urn:microsoft.com/office/officeart/2018/5/layout/IconLeafLabelList"/>
    <dgm:cxn modelId="{432DFF8D-8B4D-484A-84EF-6AACC513E6D7}" type="presParOf" srcId="{623BA8A3-47FC-4C1B-A13C-0519AF01DB46}" destId="{A3F41A95-4C2F-4304-9022-A624039429DA}" srcOrd="3" destOrd="0" presId="urn:microsoft.com/office/officeart/2018/5/layout/IconLeafLabelList"/>
    <dgm:cxn modelId="{7B480097-4F90-4C9D-B488-C2CAB15869AC}" type="presParOf" srcId="{9A6E19C1-72CF-4B8E-A3A9-4E810BD0AB25}" destId="{00AE36EF-9F4B-403C-AEE0-20BD89EB2F8C}" srcOrd="5" destOrd="0" presId="urn:microsoft.com/office/officeart/2018/5/layout/IconLeafLabelList"/>
    <dgm:cxn modelId="{DF489755-C09A-4356-9269-26F2FE8571E5}" type="presParOf" srcId="{9A6E19C1-72CF-4B8E-A3A9-4E810BD0AB25}" destId="{C24BD5DC-D244-47AA-A377-B857D34C5174}" srcOrd="6" destOrd="0" presId="urn:microsoft.com/office/officeart/2018/5/layout/IconLeafLabelList"/>
    <dgm:cxn modelId="{6B42C2E6-19C6-41D4-9827-9E12406C3FE5}" type="presParOf" srcId="{C24BD5DC-D244-47AA-A377-B857D34C5174}" destId="{0D224CA6-24E5-4639-BB60-6AAACA8A5CA3}" srcOrd="0" destOrd="0" presId="urn:microsoft.com/office/officeart/2018/5/layout/IconLeafLabelList"/>
    <dgm:cxn modelId="{E2E34FF5-B61A-4E67-A357-8772C46A0C5E}" type="presParOf" srcId="{C24BD5DC-D244-47AA-A377-B857D34C5174}" destId="{11965447-44A8-4D58-B24E-1CF75A26ADB5}" srcOrd="1" destOrd="0" presId="urn:microsoft.com/office/officeart/2018/5/layout/IconLeafLabelList"/>
    <dgm:cxn modelId="{DA579C31-4208-407E-90A2-B17418B645C7}" type="presParOf" srcId="{C24BD5DC-D244-47AA-A377-B857D34C5174}" destId="{63FEA0E8-BC65-4450-93C6-F147CEB326AB}" srcOrd="2" destOrd="0" presId="urn:microsoft.com/office/officeart/2018/5/layout/IconLeafLabelList"/>
    <dgm:cxn modelId="{A3A3C29A-FEB9-411D-A388-CD5CE1AFACCA}" type="presParOf" srcId="{C24BD5DC-D244-47AA-A377-B857D34C5174}" destId="{50408520-0B85-4FBD-99C8-2D150995F9E8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17EB20-F61C-854B-AC40-00EBADF70FDD}">
      <dsp:nvSpPr>
        <dsp:cNvPr id="0" name=""/>
        <dsp:cNvSpPr/>
      </dsp:nvSpPr>
      <dsp:spPr>
        <a:xfrm>
          <a:off x="1577340" y="1890"/>
          <a:ext cx="6309360" cy="829686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419" tIns="210740" rIns="122419" bIns="2107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Keep the portal open at all times during the task.</a:t>
          </a:r>
        </a:p>
      </dsp:txBody>
      <dsp:txXfrm>
        <a:off x="1577340" y="1890"/>
        <a:ext cx="6309360" cy="829686"/>
      </dsp:txXfrm>
    </dsp:sp>
    <dsp:sp modelId="{D08D26E5-58CB-F243-9600-C1BE770D184A}">
      <dsp:nvSpPr>
        <dsp:cNvPr id="0" name=""/>
        <dsp:cNvSpPr/>
      </dsp:nvSpPr>
      <dsp:spPr>
        <a:xfrm>
          <a:off x="0" y="1890"/>
          <a:ext cx="1577340" cy="82968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468" tIns="81955" rIns="83468" bIns="8195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Keep</a:t>
          </a:r>
        </a:p>
      </dsp:txBody>
      <dsp:txXfrm>
        <a:off x="0" y="1890"/>
        <a:ext cx="1577340" cy="829686"/>
      </dsp:txXfrm>
    </dsp:sp>
    <dsp:sp modelId="{848FE30E-B701-FD4A-BDC4-0EC7F5763391}">
      <dsp:nvSpPr>
        <dsp:cNvPr id="0" name=""/>
        <dsp:cNvSpPr/>
      </dsp:nvSpPr>
      <dsp:spPr>
        <a:xfrm>
          <a:off x="1577340" y="881358"/>
          <a:ext cx="6309360" cy="829686"/>
        </a:xfrm>
        <a:prstGeom prst="rect">
          <a:avLst/>
        </a:prstGeom>
        <a:solidFill>
          <a:schemeClr val="accent2">
            <a:tint val="40000"/>
            <a:alpha val="90000"/>
            <a:hueOff val="1256455"/>
            <a:satOff val="-1094"/>
            <a:lumOff val="-1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1256455"/>
              <a:satOff val="-1094"/>
              <a:lumOff val="-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419" tIns="210740" rIns="122419" bIns="2107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The study portal will guide you through the entire study from start to finish.</a:t>
          </a:r>
        </a:p>
      </dsp:txBody>
      <dsp:txXfrm>
        <a:off x="1577340" y="881358"/>
        <a:ext cx="6309360" cy="829686"/>
      </dsp:txXfrm>
    </dsp:sp>
    <dsp:sp modelId="{13D2D34C-8A43-1944-9ADC-31C17BA104B4}">
      <dsp:nvSpPr>
        <dsp:cNvPr id="0" name=""/>
        <dsp:cNvSpPr/>
      </dsp:nvSpPr>
      <dsp:spPr>
        <a:xfrm>
          <a:off x="0" y="881358"/>
          <a:ext cx="1577340" cy="829686"/>
        </a:xfrm>
        <a:prstGeom prst="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accent2">
              <a:hueOff val="1170380"/>
              <a:satOff val="-1460"/>
              <a:lumOff val="343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468" tIns="81955" rIns="83468" bIns="8195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Guide</a:t>
          </a:r>
        </a:p>
      </dsp:txBody>
      <dsp:txXfrm>
        <a:off x="0" y="881358"/>
        <a:ext cx="1577340" cy="829686"/>
      </dsp:txXfrm>
    </dsp:sp>
    <dsp:sp modelId="{04FB2AA2-E59E-1F48-AC7A-93B022FC6213}">
      <dsp:nvSpPr>
        <dsp:cNvPr id="0" name=""/>
        <dsp:cNvSpPr/>
      </dsp:nvSpPr>
      <dsp:spPr>
        <a:xfrm>
          <a:off x="1577340" y="1760825"/>
          <a:ext cx="6309360" cy="829686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419" tIns="210740" rIns="122419" bIns="2107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Do NOT close, refresh, or navigate away from the portal tab during the scenario.</a:t>
          </a:r>
        </a:p>
      </dsp:txBody>
      <dsp:txXfrm>
        <a:off x="1577340" y="1760825"/>
        <a:ext cx="6309360" cy="829686"/>
      </dsp:txXfrm>
    </dsp:sp>
    <dsp:sp modelId="{19DDAE7E-3FBD-CE45-9AF2-A25B62E5723B}">
      <dsp:nvSpPr>
        <dsp:cNvPr id="0" name=""/>
        <dsp:cNvSpPr/>
      </dsp:nvSpPr>
      <dsp:spPr>
        <a:xfrm>
          <a:off x="0" y="1760825"/>
          <a:ext cx="1577340" cy="829686"/>
        </a:xfrm>
        <a:prstGeom prst="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accent2">
              <a:hueOff val="2340760"/>
              <a:satOff val="-2919"/>
              <a:lumOff val="686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468" tIns="81955" rIns="83468" bIns="8195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Do NOT close, refresh, or navigate away</a:t>
          </a:r>
        </a:p>
      </dsp:txBody>
      <dsp:txXfrm>
        <a:off x="0" y="1760825"/>
        <a:ext cx="1577340" cy="829686"/>
      </dsp:txXfrm>
    </dsp:sp>
    <dsp:sp modelId="{A37472CB-95CD-E64B-B967-527128E5D8C5}">
      <dsp:nvSpPr>
        <dsp:cNvPr id="0" name=""/>
        <dsp:cNvSpPr/>
      </dsp:nvSpPr>
      <dsp:spPr>
        <a:xfrm>
          <a:off x="1577340" y="2640293"/>
          <a:ext cx="6309360" cy="829686"/>
        </a:xfrm>
        <a:prstGeom prst="rect">
          <a:avLst/>
        </a:prstGeom>
        <a:solidFill>
          <a:schemeClr val="accent2">
            <a:tint val="40000"/>
            <a:alpha val="90000"/>
            <a:hueOff val="3769366"/>
            <a:satOff val="-3283"/>
            <a:lumOff val="-4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3769366"/>
              <a:satOff val="-3283"/>
              <a:lumOff val="-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419" tIns="210740" rIns="122419" bIns="2107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You will see built-in tutorials for basic Kibana usage and, in some conditions, ASG visualizer usage.</a:t>
          </a:r>
        </a:p>
      </dsp:txBody>
      <dsp:txXfrm>
        <a:off x="1577340" y="2640293"/>
        <a:ext cx="6309360" cy="829686"/>
      </dsp:txXfrm>
    </dsp:sp>
    <dsp:sp modelId="{8B02A18C-92E3-0441-8B2F-59670D093C45}">
      <dsp:nvSpPr>
        <dsp:cNvPr id="0" name=""/>
        <dsp:cNvSpPr/>
      </dsp:nvSpPr>
      <dsp:spPr>
        <a:xfrm>
          <a:off x="0" y="2640293"/>
          <a:ext cx="1577340" cy="829686"/>
        </a:xfrm>
        <a:prstGeom prst="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accent2">
              <a:hueOff val="3511140"/>
              <a:satOff val="-4379"/>
              <a:lumOff val="103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468" tIns="81955" rIns="83468" bIns="8195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See</a:t>
          </a:r>
        </a:p>
      </dsp:txBody>
      <dsp:txXfrm>
        <a:off x="0" y="2640293"/>
        <a:ext cx="1577340" cy="829686"/>
      </dsp:txXfrm>
    </dsp:sp>
    <dsp:sp modelId="{23158C5E-59F1-494F-951F-A70229564294}">
      <dsp:nvSpPr>
        <dsp:cNvPr id="0" name=""/>
        <dsp:cNvSpPr/>
      </dsp:nvSpPr>
      <dsp:spPr>
        <a:xfrm>
          <a:off x="1577340" y="3519760"/>
          <a:ext cx="6309360" cy="829686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2419" tIns="210740" rIns="122419" bIns="21074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Use the portal as your anchor: timers, task instructions, links, and final survey live here.</a:t>
          </a:r>
        </a:p>
      </dsp:txBody>
      <dsp:txXfrm>
        <a:off x="1577340" y="3519760"/>
        <a:ext cx="6309360" cy="829686"/>
      </dsp:txXfrm>
    </dsp:sp>
    <dsp:sp modelId="{3F756CFD-BEF3-424A-AF2B-AE5008D20F97}">
      <dsp:nvSpPr>
        <dsp:cNvPr id="0" name=""/>
        <dsp:cNvSpPr/>
      </dsp:nvSpPr>
      <dsp:spPr>
        <a:xfrm>
          <a:off x="0" y="3519760"/>
          <a:ext cx="1577340" cy="829686"/>
        </a:xfrm>
        <a:prstGeom prst="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20"/>
              <a:satOff val="-5839"/>
              <a:lumOff val="1373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468" tIns="81955" rIns="83468" bIns="8195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Use</a:t>
          </a:r>
        </a:p>
      </dsp:txBody>
      <dsp:txXfrm>
        <a:off x="0" y="3519760"/>
        <a:ext cx="1577340" cy="8296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9FF81E-7076-4C7D-A3A3-CF4D5C736873}">
      <dsp:nvSpPr>
        <dsp:cNvPr id="0" name=""/>
        <dsp:cNvSpPr/>
      </dsp:nvSpPr>
      <dsp:spPr>
        <a:xfrm>
          <a:off x="738477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AA6E5E-6E60-4348-8E6F-A114EB76E5DC}">
      <dsp:nvSpPr>
        <dsp:cNvPr id="0" name=""/>
        <dsp:cNvSpPr/>
      </dsp:nvSpPr>
      <dsp:spPr>
        <a:xfrm>
          <a:off x="78583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Kibana: built-in Security → Alerts and Discover views.</a:t>
          </a:r>
        </a:p>
      </dsp:txBody>
      <dsp:txXfrm>
        <a:off x="78583" y="2435142"/>
        <a:ext cx="2399612" cy="720000"/>
      </dsp:txXfrm>
    </dsp:sp>
    <dsp:sp modelId="{0B337AF7-C493-4088-9760-BE8FE1AB3E85}">
      <dsp:nvSpPr>
        <dsp:cNvPr id="0" name=""/>
        <dsp:cNvSpPr/>
      </dsp:nvSpPr>
      <dsp:spPr>
        <a:xfrm>
          <a:off x="3558022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D7ACEC-6989-4A99-8454-7D028FC72578}">
      <dsp:nvSpPr>
        <dsp:cNvPr id="0" name=""/>
        <dsp:cNvSpPr/>
      </dsp:nvSpPr>
      <dsp:spPr>
        <a:xfrm>
          <a:off x="2898129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Qualitrix Surveys: where you document your investigation and final resolution.</a:t>
          </a:r>
        </a:p>
      </dsp:txBody>
      <dsp:txXfrm>
        <a:off x="2898129" y="2435142"/>
        <a:ext cx="2399612" cy="720000"/>
      </dsp:txXfrm>
    </dsp:sp>
    <dsp:sp modelId="{F1844511-EF28-47C1-8264-62C6B92F39FC}">
      <dsp:nvSpPr>
        <dsp:cNvPr id="0" name=""/>
        <dsp:cNvSpPr/>
      </dsp:nvSpPr>
      <dsp:spPr>
        <a:xfrm>
          <a:off x="6377567" y="1037662"/>
          <a:ext cx="1079825" cy="10798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ABC702-889D-48D3-B87C-DC3C971E59D0}">
      <dsp:nvSpPr>
        <dsp:cNvPr id="0" name=""/>
        <dsp:cNvSpPr/>
      </dsp:nvSpPr>
      <dsp:spPr>
        <a:xfrm>
          <a:off x="5717674" y="2435142"/>
          <a:ext cx="239961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Study portal: shows the current task, scenario timer, response guide, and quick links.</a:t>
          </a:r>
        </a:p>
      </dsp:txBody>
      <dsp:txXfrm>
        <a:off x="5717674" y="2435142"/>
        <a:ext cx="2399612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D3B6B7-B9D8-42AE-886E-EE3B0F32BE5D}">
      <dsp:nvSpPr>
        <dsp:cNvPr id="0" name=""/>
        <dsp:cNvSpPr/>
      </dsp:nvSpPr>
      <dsp:spPr>
        <a:xfrm>
          <a:off x="413927" y="428748"/>
          <a:ext cx="676318" cy="67631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D3A708-D0C4-4A85-9496-9E3301843B71}">
      <dsp:nvSpPr>
        <dsp:cNvPr id="0" name=""/>
        <dsp:cNvSpPr/>
      </dsp:nvSpPr>
      <dsp:spPr>
        <a:xfrm>
          <a:off x="621" y="1362694"/>
          <a:ext cx="1502929" cy="601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1. Identify the alert type and impacted host or user.</a:t>
          </a:r>
        </a:p>
      </dsp:txBody>
      <dsp:txXfrm>
        <a:off x="621" y="1362694"/>
        <a:ext cx="1502929" cy="601171"/>
      </dsp:txXfrm>
    </dsp:sp>
    <dsp:sp modelId="{F94BFEE4-8790-4FAD-90A0-C97A7E5E6B5E}">
      <dsp:nvSpPr>
        <dsp:cNvPr id="0" name=""/>
        <dsp:cNvSpPr/>
      </dsp:nvSpPr>
      <dsp:spPr>
        <a:xfrm>
          <a:off x="2179869" y="428748"/>
          <a:ext cx="676318" cy="67631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E4B949-205C-423F-847D-1CEF63F7CE06}">
      <dsp:nvSpPr>
        <dsp:cNvPr id="0" name=""/>
        <dsp:cNvSpPr/>
      </dsp:nvSpPr>
      <dsp:spPr>
        <a:xfrm>
          <a:off x="1766564" y="1362694"/>
          <a:ext cx="1502929" cy="601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2. Scope via Discover pivots: examine relevant IPs, hashes, process IDs, and other key fields.</a:t>
          </a:r>
        </a:p>
      </dsp:txBody>
      <dsp:txXfrm>
        <a:off x="1766564" y="1362694"/>
        <a:ext cx="1502929" cy="601171"/>
      </dsp:txXfrm>
    </dsp:sp>
    <dsp:sp modelId="{875A284A-29BE-405B-A6C4-D2909563CE13}">
      <dsp:nvSpPr>
        <dsp:cNvPr id="0" name=""/>
        <dsp:cNvSpPr/>
      </dsp:nvSpPr>
      <dsp:spPr>
        <a:xfrm>
          <a:off x="3945812" y="428748"/>
          <a:ext cx="676318" cy="67631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8314FD-BD13-4A01-9C84-73C0A756B17C}">
      <dsp:nvSpPr>
        <dsp:cNvPr id="0" name=""/>
        <dsp:cNvSpPr/>
      </dsp:nvSpPr>
      <dsp:spPr>
        <a:xfrm>
          <a:off x="3532506" y="1362694"/>
          <a:ext cx="1502929" cy="601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3. Consider containment: note if host or account isolation might be warranted (logical containment).</a:t>
          </a:r>
        </a:p>
      </dsp:txBody>
      <dsp:txXfrm>
        <a:off x="3532506" y="1362694"/>
        <a:ext cx="1502929" cy="601171"/>
      </dsp:txXfrm>
    </dsp:sp>
    <dsp:sp modelId="{A4DFA58D-C694-427C-82AF-A96267A18AED}">
      <dsp:nvSpPr>
        <dsp:cNvPr id="0" name=""/>
        <dsp:cNvSpPr/>
      </dsp:nvSpPr>
      <dsp:spPr>
        <a:xfrm>
          <a:off x="413927" y="2339598"/>
          <a:ext cx="676318" cy="67631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935EA3-3703-41A2-8FCE-425CDADBEC45}">
      <dsp:nvSpPr>
        <dsp:cNvPr id="0" name=""/>
        <dsp:cNvSpPr/>
      </dsp:nvSpPr>
      <dsp:spPr>
        <a:xfrm>
          <a:off x="621" y="3273545"/>
          <a:ext cx="1502929" cy="601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4. Diagnose the root-cause log entry or sequence that explains the alert.</a:t>
          </a:r>
        </a:p>
      </dsp:txBody>
      <dsp:txXfrm>
        <a:off x="621" y="3273545"/>
        <a:ext cx="1502929" cy="601171"/>
      </dsp:txXfrm>
    </dsp:sp>
    <dsp:sp modelId="{E3AE3686-5761-4188-AA2E-F9A1294567B2}">
      <dsp:nvSpPr>
        <dsp:cNvPr id="0" name=""/>
        <dsp:cNvSpPr/>
      </dsp:nvSpPr>
      <dsp:spPr>
        <a:xfrm>
          <a:off x="2179869" y="2339598"/>
          <a:ext cx="676318" cy="67631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C84283-D1B4-45E2-99C0-6FBABB9CDF2A}">
      <dsp:nvSpPr>
        <dsp:cNvPr id="0" name=""/>
        <dsp:cNvSpPr/>
      </dsp:nvSpPr>
      <dsp:spPr>
        <a:xfrm>
          <a:off x="1766564" y="3273545"/>
          <a:ext cx="1502929" cy="601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5. Document key evidence in</a:t>
          </a:r>
          <a:r>
            <a:rPr lang="en-IN" sz="1100" kern="1200"/>
            <a:t> the ticket</a:t>
          </a:r>
          <a:r>
            <a:rPr lang="en-US" sz="1100" kern="1200"/>
            <a:t> as clear bullet points: what you found and why it matters.</a:t>
          </a:r>
        </a:p>
      </dsp:txBody>
      <dsp:txXfrm>
        <a:off x="1766564" y="3273545"/>
        <a:ext cx="1502929" cy="601171"/>
      </dsp:txXfrm>
    </dsp:sp>
    <dsp:sp modelId="{AFAFDFE8-A79B-4596-BBF0-688E00A39A8F}">
      <dsp:nvSpPr>
        <dsp:cNvPr id="0" name=""/>
        <dsp:cNvSpPr/>
      </dsp:nvSpPr>
      <dsp:spPr>
        <a:xfrm>
          <a:off x="3945812" y="2339598"/>
          <a:ext cx="676318" cy="67631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92A771-8177-44F2-8C58-9D61DA1CDCFE}">
      <dsp:nvSpPr>
        <dsp:cNvPr id="0" name=""/>
        <dsp:cNvSpPr/>
      </dsp:nvSpPr>
      <dsp:spPr>
        <a:xfrm>
          <a:off x="3532506" y="3273545"/>
          <a:ext cx="1502929" cy="601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6. Resolve confidently and update the ticket with your conclusion.</a:t>
          </a:r>
        </a:p>
      </dsp:txBody>
      <dsp:txXfrm>
        <a:off x="3532506" y="3273545"/>
        <a:ext cx="1502929" cy="60117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1D38C6-7434-4661-8B03-0CD4E3C4E1E0}">
      <dsp:nvSpPr>
        <dsp:cNvPr id="0" name=""/>
        <dsp:cNvSpPr/>
      </dsp:nvSpPr>
      <dsp:spPr>
        <a:xfrm>
          <a:off x="376435" y="1016402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0207F1-87E4-44A0-BB25-8C377A5E2B5F}">
      <dsp:nvSpPr>
        <dsp:cNvPr id="0" name=""/>
        <dsp:cNvSpPr/>
      </dsp:nvSpPr>
      <dsp:spPr>
        <a:xfrm>
          <a:off x="610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812C2-C217-4BF3-B305-D0405D64C20C}">
      <dsp:nvSpPr>
        <dsp:cNvPr id="0" name=""/>
        <dsp:cNvSpPr/>
      </dsp:nvSpPr>
      <dsp:spPr>
        <a:xfrm>
          <a:off x="25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You may use OSINT platforms such as VirusTotal to enrich your analysis.</a:t>
          </a:r>
        </a:p>
      </dsp:txBody>
      <dsp:txXfrm>
        <a:off x="25435" y="2456402"/>
        <a:ext cx="1800000" cy="720000"/>
      </dsp:txXfrm>
    </dsp:sp>
    <dsp:sp modelId="{58FCACAF-B4FA-4CF7-84F4-7808022A78AA}">
      <dsp:nvSpPr>
        <dsp:cNvPr id="0" name=""/>
        <dsp:cNvSpPr/>
      </dsp:nvSpPr>
      <dsp:spPr>
        <a:xfrm>
          <a:off x="2491435" y="1016402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51EA0C-A9D4-4C8B-9AE9-27190871489D}">
      <dsp:nvSpPr>
        <dsp:cNvPr id="0" name=""/>
        <dsp:cNvSpPr/>
      </dsp:nvSpPr>
      <dsp:spPr>
        <a:xfrm>
          <a:off x="2725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C4A275-3A68-43C2-8F21-85376EBFB61C}">
      <dsp:nvSpPr>
        <dsp:cNvPr id="0" name=""/>
        <dsp:cNvSpPr/>
      </dsp:nvSpPr>
      <dsp:spPr>
        <a:xfrm>
          <a:off x="2140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Examples: check file hashes, domain reputations, or IP reputation.</a:t>
          </a:r>
        </a:p>
      </dsp:txBody>
      <dsp:txXfrm>
        <a:off x="2140435" y="2456402"/>
        <a:ext cx="1800000" cy="720000"/>
      </dsp:txXfrm>
    </dsp:sp>
    <dsp:sp modelId="{DF91EC61-0F2C-414C-B0C3-0D12A966B96E}">
      <dsp:nvSpPr>
        <dsp:cNvPr id="0" name=""/>
        <dsp:cNvSpPr/>
      </dsp:nvSpPr>
      <dsp:spPr>
        <a:xfrm>
          <a:off x="4606435" y="1016402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B67BE4-47B5-4501-9373-CAE0B79EBC98}">
      <dsp:nvSpPr>
        <dsp:cNvPr id="0" name=""/>
        <dsp:cNvSpPr/>
      </dsp:nvSpPr>
      <dsp:spPr>
        <a:xfrm>
          <a:off x="4840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F41A95-4C2F-4304-9022-A624039429DA}">
      <dsp:nvSpPr>
        <dsp:cNvPr id="0" name=""/>
        <dsp:cNvSpPr/>
      </dsp:nvSpPr>
      <dsp:spPr>
        <a:xfrm>
          <a:off x="4255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This mirrors real triage practices in production SOC environments.</a:t>
          </a:r>
        </a:p>
      </dsp:txBody>
      <dsp:txXfrm>
        <a:off x="4255435" y="2456402"/>
        <a:ext cx="1800000" cy="720000"/>
      </dsp:txXfrm>
    </dsp:sp>
    <dsp:sp modelId="{0D224CA6-24E5-4639-BB60-6AAACA8A5CA3}">
      <dsp:nvSpPr>
        <dsp:cNvPr id="0" name=""/>
        <dsp:cNvSpPr/>
      </dsp:nvSpPr>
      <dsp:spPr>
        <a:xfrm>
          <a:off x="6721435" y="1016402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965447-44A8-4D58-B24E-1CF75A26ADB5}">
      <dsp:nvSpPr>
        <dsp:cNvPr id="0" name=""/>
        <dsp:cNvSpPr/>
      </dsp:nvSpPr>
      <dsp:spPr>
        <a:xfrm>
          <a:off x="6955435" y="1250402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408520-0B85-4FBD-99C8-2D150995F9E8}">
      <dsp:nvSpPr>
        <dsp:cNvPr id="0" name=""/>
        <dsp:cNvSpPr/>
      </dsp:nvSpPr>
      <dsp:spPr>
        <a:xfrm>
          <a:off x="6370435" y="245640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Record any important OSINT findings in your ticket as supporting evidence.</a:t>
          </a:r>
        </a:p>
      </dsp:txBody>
      <dsp:txXfrm>
        <a:off x="6370435" y="2456402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layoutNode name="parentText" styleLbl="alignNode1">
          <dgm:varLst>
            <dgm:chMax val="1"/>
            <dgm:bulletEnabled/>
          </dgm:varLst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</dgm:layoutNode>
        <dgm:layoutNode name="descendantText" styleLbl="alignAccFollowNode1">
          <dgm:varLst>
            <dgm:bulletEnabled/>
          </dgm:varLst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7551" y="3985"/>
            <a:ext cx="7329573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1796" y="1764407"/>
            <a:ext cx="4320635" cy="2310312"/>
          </a:xfrm>
        </p:spPr>
        <p:txBody>
          <a:bodyPr>
            <a:normAutofit/>
          </a:bodyPr>
          <a:lstStyle/>
          <a:p>
            <a:r>
              <a:rPr lang="en-US" sz="4500">
                <a:solidFill>
                  <a:schemeClr val="tx2"/>
                </a:solidFill>
              </a:rPr>
              <a:t>Study Portal and Kibana Tutorial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1796" y="4165152"/>
            <a:ext cx="4320635" cy="68207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000">
                <a:solidFill>
                  <a:schemeClr val="tx2"/>
                </a:solidFill>
              </a:rPr>
              <a:t>Working with Alerts, Discover, and RTIR in the study environment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F2C256-4210-D75C-C114-ED72C692DD9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/>
              <a:t>Welcome to the Study Portal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D625324-B685-66B0-3F53-23D3278B85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4692066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r>
              <a:rPr lang="en-US" sz="3500">
                <a:solidFill>
                  <a:srgbClr val="FFFFFF"/>
                </a:solidFill>
              </a:rPr>
              <a:t>Tools You Will Use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C94B8F4-6970-D421-461E-48739D0862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7260204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341754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334896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8320" y="1161288"/>
            <a:ext cx="2578608" cy="1239012"/>
          </a:xfrm>
        </p:spPr>
        <p:txBody>
          <a:bodyPr anchor="ctr">
            <a:normAutofit/>
          </a:bodyPr>
          <a:lstStyle/>
          <a:p>
            <a:r>
              <a:rPr lang="en-US" sz="2400"/>
              <a:t>Kibana: Alerts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6919" y="2443480"/>
            <a:ext cx="25374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8320" y="2718054"/>
            <a:ext cx="2579180" cy="3207258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defRPr sz="1800"/>
            </a:pPr>
            <a:r>
              <a:rPr lang="en-US" sz="1500"/>
              <a:t>Open the Alerts page from the left navigation bar in Kibana.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500"/>
              <a:t>Each row represents an alert fired by a detection rule (a 'rule hit').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500"/>
              <a:t>Click a specific alert to see its context: rule name, host, timestamps, and key fields.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500"/>
              <a:t>Use Alerts to identify the starting point of your investigation and what rule triggered.</a:t>
            </a:r>
          </a:p>
          <a:p>
            <a:pPr>
              <a:lnSpc>
                <a:spcPct val="90000"/>
              </a:lnSpc>
              <a:defRPr sz="1800"/>
            </a:pPr>
            <a:endParaRPr lang="en-US" sz="15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E5C224-307C-735B-8D1F-3E68F77ED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2038650"/>
            <a:ext cx="5191506" cy="28812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Kibana: Discover View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>
              <a:defRPr sz="1800"/>
            </a:pPr>
            <a:r>
              <a:rPr lang="en-US" sz="1800" dirty="0"/>
              <a:t>Use Discover to pivot into raw logs related to the alert.</a:t>
            </a:r>
          </a:p>
          <a:p>
            <a:pPr>
              <a:defRPr sz="1800"/>
            </a:pPr>
            <a:r>
              <a:rPr lang="en-US" sz="1800" dirty="0"/>
              <a:t>Filter by fields such as IP addresses, process IDs, hashes, or host names.</a:t>
            </a:r>
          </a:p>
          <a:p>
            <a:pPr>
              <a:defRPr sz="1800"/>
            </a:pPr>
            <a:r>
              <a:rPr lang="en-US" sz="1800" dirty="0"/>
              <a:t>Use KQL (Kibana Query Language) filters or the histogram to narrow the time window.</a:t>
            </a:r>
          </a:p>
          <a:p>
            <a:pPr>
              <a:defRPr sz="1800"/>
            </a:pPr>
            <a:r>
              <a:rPr lang="en-US" sz="1800" dirty="0"/>
              <a:t>This helps you scope the incident: what else happened before and after the alert fired.</a:t>
            </a:r>
          </a:p>
          <a:p>
            <a:pPr>
              <a:defRPr sz="1800"/>
            </a:pPr>
            <a:endParaRPr lang="en-US" sz="1800" dirty="0"/>
          </a:p>
          <a:p>
            <a:pPr>
              <a:defRPr sz="1800"/>
            </a:pPr>
            <a:r>
              <a:rPr lang="en-US" sz="1800" dirty="0"/>
              <a:t>Discover tutorial {attached}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 dirty="0"/>
              <a:t>Start of Task:  and  Your Ticket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5FBF44-A65B-CC8A-DEAF-4718312650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16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/>
          </a:bodyPr>
          <a:lstStyle/>
          <a:p>
            <a:pPr>
              <a:defRPr sz="1800"/>
            </a:pPr>
            <a:r>
              <a:rPr lang="en-US" sz="1600" dirty="0"/>
              <a:t>When the scenario starts, the study portal will show a link for </a:t>
            </a:r>
            <a:r>
              <a:rPr lang="en-US" sz="1600" dirty="0" err="1"/>
              <a:t>kibana</a:t>
            </a:r>
            <a:r>
              <a:rPr lang="en-US" sz="1600" dirty="0"/>
              <a:t> , ASG and  Ticket</a:t>
            </a:r>
          </a:p>
          <a:p>
            <a:pPr>
              <a:defRPr sz="1800"/>
            </a:pPr>
            <a:r>
              <a:rPr lang="en-US" sz="1600" dirty="0"/>
              <a:t> In a second browser tab, open the ticket and keep it open alongside Kibana.</a:t>
            </a:r>
          </a:p>
          <a:p>
            <a:pPr>
              <a:defRPr sz="1800"/>
            </a:pPr>
            <a:r>
              <a:rPr lang="en-US" sz="1600" dirty="0"/>
              <a:t>In your ticket enter your Participant ID, initial observations, and any early hypotheses.</a:t>
            </a:r>
          </a:p>
          <a:p>
            <a:pPr>
              <a:defRPr sz="1800"/>
            </a:pPr>
            <a:r>
              <a:rPr lang="en-US" sz="1600" dirty="0"/>
              <a:t>The portal shows a scenario timer, response guide, and quick links to resources—do not refresh or close it.</a:t>
            </a:r>
          </a:p>
          <a:p>
            <a:pPr>
              <a:defRPr sz="1800"/>
            </a:pP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7607E5-28EA-BCAA-F7E2-F5B9017EBA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016"/>
          <a:stretch>
            <a:fillRect/>
          </a:stretch>
        </p:blipFill>
        <p:spPr>
          <a:xfrm>
            <a:off x="0" y="-15239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93394DA-E684-47C2-9020-13225823F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06443"/>
          </a:xfrm>
        </p:spPr>
        <p:txBody>
          <a:bodyPr>
            <a:normAutofit/>
          </a:bodyPr>
          <a:lstStyle/>
          <a:p>
            <a:r>
              <a:rPr lang="en-US" sz="3500"/>
              <a:t>Response Guide: 6-Step Sprint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EE1933-A5F3-2D33-215D-DC63419D6F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578" r="30859" b="-2"/>
          <a:stretch>
            <a:fillRect/>
          </a:stretch>
        </p:blipFill>
        <p:spPr>
          <a:xfrm>
            <a:off x="5991969" y="1904282"/>
            <a:ext cx="2567320" cy="4224808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F7E73A-793E-AF0B-C4E2-D3FD6026D0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1399235"/>
              </p:ext>
            </p:extLst>
          </p:nvPr>
        </p:nvGraphicFramePr>
        <p:xfrm>
          <a:off x="628650" y="1825625"/>
          <a:ext cx="5036058" cy="43034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>
                <a:solidFill>
                  <a:srgbClr val="FFFFFF"/>
                </a:solidFill>
              </a:rPr>
              <a:t>Additional Resources: OSINT and Enrichment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82F7D0A-5A99-727B-64D6-CA18105790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94773317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Finishing Up the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  <a:defRPr sz="1800"/>
            </a:pPr>
            <a:r>
              <a:rPr lang="en-US" sz="1800" dirty="0"/>
              <a:t>Before closing the ticket, select your confidence level (1–5) in your RTIR entry.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800" dirty="0"/>
              <a:t>Write a brief, two-sentence summary of what occurred and how you interpreted it.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800" dirty="0"/>
              <a:t>Return to the study portal and click 'submit' in the Qualtrics survey section.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800" dirty="0"/>
              <a:t>Complete the NASA-TLX workload form as instructed in the portal.</a:t>
            </a:r>
          </a:p>
          <a:p>
            <a:pPr>
              <a:lnSpc>
                <a:spcPct val="90000"/>
              </a:lnSpc>
              <a:defRPr sz="1800"/>
            </a:pPr>
            <a:r>
              <a:rPr lang="en-US" sz="1800" dirty="0"/>
              <a:t>Only after these steps are done have you fully completed the scenario.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ABA55D3FDEB714B85CAB665AB40BACF" ma:contentTypeVersion="6" ma:contentTypeDescription="Create a new document." ma:contentTypeScope="" ma:versionID="5f7d64113faa800cf9d5d029d7822deb">
  <xsd:schema xmlns:xsd="http://www.w3.org/2001/XMLSchema" xmlns:xs="http://www.w3.org/2001/XMLSchema" xmlns:p="http://schemas.microsoft.com/office/2006/metadata/properties" xmlns:ns3="50c2927f-72f1-4b1c-b04b-50c837c5edbd" targetNamespace="http://schemas.microsoft.com/office/2006/metadata/properties" ma:root="true" ma:fieldsID="aa71c8690681bae2e7e3c118d451a9a7" ns3:_="">
    <xsd:import namespace="50c2927f-72f1-4b1c-b04b-50c837c5edb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_activity" minOccurs="0"/>
                <xsd:element ref="ns3:MediaServiceSearchPropertie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c2927f-72f1-4b1c-b04b-50c837c5ed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0c2927f-72f1-4b1c-b04b-50c837c5edbd" xsi:nil="true"/>
  </documentManagement>
</p:properties>
</file>

<file path=customXml/itemProps1.xml><?xml version="1.0" encoding="utf-8"?>
<ds:datastoreItem xmlns:ds="http://schemas.openxmlformats.org/officeDocument/2006/customXml" ds:itemID="{C288CB20-7D27-40F2-92C9-2C6FD64554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C16B68-DFEE-4D90-B0F8-1EA39D069DF6}">
  <ds:schemaRefs>
    <ds:schemaRef ds:uri="50c2927f-72f1-4b1c-b04b-50c837c5edb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3A3F5D9-5417-41B8-83CA-865EF94C8194}">
  <ds:schemaRefs>
    <ds:schemaRef ds:uri="http://schemas.microsoft.com/office/2006/metadata/properties"/>
    <ds:schemaRef ds:uri="http://purl.org/dc/terms/"/>
    <ds:schemaRef ds:uri="http://purl.org/dc/dcmitype/"/>
    <ds:schemaRef ds:uri="http://purl.org/dc/elements/1.1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50c2927f-72f1-4b1c-b04b-50c837c5ed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612</Words>
  <Application>Microsoft Macintosh PowerPoint</Application>
  <PresentationFormat>On-screen Show (4:3)</PresentationFormat>
  <Paragraphs>52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Study Portal and Kibana Tutorial</vt:lpstr>
      <vt:lpstr>Welcome to the Study Portal</vt:lpstr>
      <vt:lpstr>Tools You Will Use</vt:lpstr>
      <vt:lpstr>Kibana: Alerts View</vt:lpstr>
      <vt:lpstr>Kibana: Discover View</vt:lpstr>
      <vt:lpstr>Start of Task:  and  Your Ticket</vt:lpstr>
      <vt:lpstr>Response Guide: 6-Step Sprint</vt:lpstr>
      <vt:lpstr>Additional Resources: OSINT and Enrichment</vt:lpstr>
      <vt:lpstr>Finishing Up the Scenario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Aswin Pratap</dc:creator>
  <cp:keywords/>
  <dc:description>generated using python-pptx</dc:description>
  <cp:lastModifiedBy>Mullankandi, Aswin Pratap</cp:lastModifiedBy>
  <cp:revision>1</cp:revision>
  <dcterms:created xsi:type="dcterms:W3CDTF">2013-01-27T09:14:16Z</dcterms:created>
  <dcterms:modified xsi:type="dcterms:W3CDTF">2025-11-24T21:41:30Z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0x0101000ABA55D3FDEB714B85CAB665AB40BACF</vt:lpwstr>
  </property>
</Properties>
</file>