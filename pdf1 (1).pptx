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0" d="100"/>
          <a:sy n="40" d="100"/>
        </p:scale>
        <p:origin x="150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Study Portal and Kibana Tutorial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Working with Alerts, Discover, and RTIR in the study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the Study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i="1"/>
            </a:pPr>
            <a:r>
              <a:t>Keep the portal open at all times during the task.</a:t>
            </a:r>
          </a:p>
          <a:p>
            <a:pPr>
              <a:defRPr sz="1800"/>
            </a:pPr>
            <a:r>
              <a:t>The study portal will guide you through the entire study from start to finish.</a:t>
            </a:r>
          </a:p>
          <a:p>
            <a:pPr>
              <a:defRPr sz="1800"/>
            </a:pPr>
            <a:r>
              <a:t>Do NOT close, refresh, or navigate away from the portal tab during the scenario.</a:t>
            </a:r>
          </a:p>
          <a:p>
            <a:pPr>
              <a:defRPr sz="1800"/>
            </a:pPr>
            <a:r>
              <a:t>You will see built-in tutorials for basic Kibana usage and, in some conditions, ASG visualizer usage.</a:t>
            </a:r>
          </a:p>
          <a:p>
            <a:pPr>
              <a:defRPr sz="1800"/>
            </a:pPr>
            <a:r>
              <a:t>Use the portal as your anchor: timers, task instructions, links, and final survey live 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You Will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Kibana: built-in Security → Alerts and Discover views.</a:t>
            </a:r>
          </a:p>
          <a:p>
            <a:pPr>
              <a:defRPr sz="1800"/>
            </a:pPr>
            <a:r>
              <a:t>RTIR (ticketing): where you document your investigation and final resolution.</a:t>
            </a:r>
          </a:p>
          <a:p>
            <a:pPr>
              <a:defRPr sz="1800"/>
            </a:pPr>
            <a:r>
              <a:t>Study portal: shows the current task, scenario timer, response guide, and quick links.</a:t>
            </a:r>
          </a:p>
          <a:p>
            <a:pPr>
              <a:defRPr sz="1800"/>
            </a:pPr>
            <a:r>
              <a:t>This setup is similar to the tooling in real Security Operations Centers (SOCs).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Kibana: Alerts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Open the Alerts page from the left navigation bar in Kibana.</a:t>
            </a:r>
          </a:p>
          <a:p>
            <a:pPr>
              <a:defRPr sz="1800"/>
            </a:pPr>
            <a:r>
              <a:t>Each row represents an alert fired by a detection rule (a 'rule hit').</a:t>
            </a:r>
          </a:p>
          <a:p>
            <a:pPr>
              <a:defRPr sz="1800"/>
            </a:pPr>
            <a:r>
              <a:t>Click a specific alert to see its context: rule name, host, timestamps, and key fields.</a:t>
            </a:r>
          </a:p>
          <a:p>
            <a:pPr>
              <a:defRPr sz="1800"/>
            </a:pPr>
            <a:r>
              <a:t>Use Alerts to identify the starting point of your investigation and what rule triggered.</a:t>
            </a:r>
          </a:p>
          <a:p>
            <a:pPr>
              <a:defRPr sz="1800"/>
            </a:pPr>
            <a:r>
              <a:t>[Screenshot: Kibana Security → Alerts with one alert row highlighted]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Kibana: Discover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Use Discover to pivot into raw logs related to the alert.</a:t>
            </a:r>
          </a:p>
          <a:p>
            <a:pPr>
              <a:defRPr sz="1800"/>
            </a:pPr>
            <a:r>
              <a:t>Filter by fields such as IP addresses, process IDs, hashes, or host names.</a:t>
            </a:r>
          </a:p>
          <a:p>
            <a:pPr>
              <a:defRPr sz="1800"/>
            </a:pPr>
            <a:r>
              <a:t>Use KQL (Kibana Query Language) filters or the histogram to narrow the time window.</a:t>
            </a:r>
          </a:p>
          <a:p>
            <a:pPr>
              <a:defRPr sz="1800"/>
            </a:pPr>
            <a:r>
              <a:t>This helps you scope the incident: what else happened before and after the alert fired.</a:t>
            </a:r>
          </a:p>
          <a:p>
            <a:pPr>
              <a:defRPr sz="1800"/>
            </a:pPr>
            <a:r>
              <a:t>[Screenshot: Discover view with a simple KQL filter applied]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 of Task: Create and Use Your RTIR Ticket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When the scenario starts, the study portal will show a specific Ticket ID or link.</a:t>
            </a:r>
          </a:p>
          <a:p>
            <a:pPr>
              <a:defRPr sz="1800"/>
            </a:pPr>
            <a:r>
              <a:t>In a second browser tab, open that RTIR ticket and keep it open alongside Kibana.</a:t>
            </a:r>
          </a:p>
          <a:p>
            <a:pPr>
              <a:defRPr sz="1800"/>
            </a:pPr>
            <a:r>
              <a:t>In RTIR, enter your Participant ID, initial observations, and any early hypotheses.</a:t>
            </a:r>
          </a:p>
          <a:p>
            <a:pPr>
              <a:defRPr sz="1800"/>
            </a:pPr>
            <a:r>
              <a:t>The portal shows a scenario timer, response guide, and quick links to resources—do not refresh or close it.</a:t>
            </a:r>
          </a:p>
          <a:p>
            <a:pPr>
              <a:defRPr sz="1800"/>
            </a:pPr>
            <a:r>
              <a:t>[Screenshot: Portal section with timer, ticket ID, and response guide visible]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Response Guide: 6-Step Sprint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Identify the alert type and impacted host or user.</a:t>
            </a:r>
          </a:p>
          <a:p>
            <a:pPr>
              <a:defRPr sz="1800"/>
            </a:pPr>
            <a:r>
              <a:t>2. Scope via Discover pivots: examine relevant IPs, hashes, process IDs, and other key fields.</a:t>
            </a:r>
          </a:p>
          <a:p>
            <a:pPr>
              <a:defRPr sz="1800"/>
            </a:pPr>
            <a:r>
              <a:t>3. Consider containment: note if host or account isolation might be warranted (logical containment).</a:t>
            </a:r>
          </a:p>
          <a:p>
            <a:pPr>
              <a:defRPr sz="1800"/>
            </a:pPr>
            <a:r>
              <a:t>4. Diagnose the root-cause log entry or sequence that explains the alert.</a:t>
            </a:r>
          </a:p>
          <a:p>
            <a:pPr>
              <a:defRPr sz="1800"/>
            </a:pPr>
            <a:r>
              <a:t>5. Document key evidence in RTIR as clear bullet points: what you found and why it matters.</a:t>
            </a:r>
          </a:p>
          <a:p>
            <a:pPr>
              <a:defRPr sz="1800"/>
            </a:pPr>
            <a:r>
              <a:t>6. Resolve confidently and update the ticket with your conclusion.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Resources: OSINT and Enrichment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You may use OSINT platforms such as VirusTotal to enrich your analysis.</a:t>
            </a:r>
          </a:p>
          <a:p>
            <a:pPr>
              <a:defRPr sz="1800"/>
            </a:pPr>
            <a:r>
              <a:t>Examples: check file hashes, domain reputations, or IP reputation.</a:t>
            </a:r>
          </a:p>
          <a:p>
            <a:pPr>
              <a:defRPr sz="1800"/>
            </a:pPr>
            <a:r>
              <a:t>This mirrors real triage practices in production SOC environments.</a:t>
            </a:r>
          </a:p>
          <a:p>
            <a:pPr>
              <a:defRPr sz="1800"/>
            </a:pPr>
            <a:r>
              <a:t>Record any important OSINT findings in your RTIR ticket as supporting evidence.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Finishing Up the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Before closing the ticket, select your confidence level (1–5) in your RTIR entry.</a:t>
            </a:r>
          </a:p>
          <a:p>
            <a:pPr>
              <a:defRPr sz="1800"/>
            </a:pPr>
            <a:r>
              <a:t>Write a brief, two-sentence summary of what occurred and how you interpreted it.</a:t>
            </a:r>
          </a:p>
          <a:p>
            <a:pPr>
              <a:defRPr sz="1800"/>
            </a:pPr>
            <a:r>
              <a:t>Return to the study portal and click 'submit' in the Qualtrics survey section.</a:t>
            </a:r>
          </a:p>
          <a:p>
            <a:pPr>
              <a:defRPr sz="1800"/>
            </a:pPr>
            <a:r>
              <a:t>Complete the NASA-TLX workload form as instructed in the portal.</a:t>
            </a:r>
          </a:p>
          <a:p>
            <a:pPr>
              <a:defRPr sz="1800"/>
            </a:pPr>
            <a:r>
              <a:t>Only after these steps are done have you fully completed the scenario.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653</Words>
  <Application>Microsoft Office PowerPoint</Application>
  <PresentationFormat>On-screen Show (4:3)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Study Portal and Kibana Tutorial</vt:lpstr>
      <vt:lpstr>Welcome to the Study Portal</vt:lpstr>
      <vt:lpstr>Tools You Will Use</vt:lpstr>
      <vt:lpstr>Kibana: Alerts View</vt:lpstr>
      <vt:lpstr>Kibana: Discover View</vt:lpstr>
      <vt:lpstr>Start of Task: Create and Use Your RTIR Ticket</vt:lpstr>
      <vt:lpstr>Response Guide: 6-Step Sprint</vt:lpstr>
      <vt:lpstr>Additional Resources: OSINT and Enrichment</vt:lpstr>
      <vt:lpstr>Finishing Up the Scenario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aswin pratap</cp:lastModifiedBy>
  <cp:revision>1</cp:revision>
  <dcterms:created xsi:type="dcterms:W3CDTF">2013-01-27T09:14:16Z</dcterms:created>
  <dcterms:modified xsi:type="dcterms:W3CDTF">2025-11-24T19:06:53Z</dcterms:modified>
  <cp:category/>
</cp:coreProperties>
</file>